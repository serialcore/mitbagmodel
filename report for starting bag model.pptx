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0" r:id="rId1"/>
  </p:sldMasterIdLst>
  <p:notesMasterIdLst>
    <p:notesMasterId r:id="rId15"/>
  </p:notesMasterIdLst>
  <p:sldIdLst>
    <p:sldId id="256" r:id="rId2"/>
    <p:sldId id="257" r:id="rId3"/>
    <p:sldId id="268" r:id="rId4"/>
    <p:sldId id="261" r:id="rId5"/>
    <p:sldId id="269" r:id="rId6"/>
    <p:sldId id="263" r:id="rId7"/>
    <p:sldId id="262" r:id="rId8"/>
    <p:sldId id="270" r:id="rId9"/>
    <p:sldId id="271" r:id="rId10"/>
    <p:sldId id="272" r:id="rId11"/>
    <p:sldId id="276" r:id="rId12"/>
    <p:sldId id="273" r:id="rId13"/>
    <p:sldId id="27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文轩" initials="张" lastIdx="2" clrIdx="0">
    <p:extLst>
      <p:ext uri="{19B8F6BF-5375-455C-9EA6-DF929625EA0E}">
        <p15:presenceInfo xmlns:p15="http://schemas.microsoft.com/office/powerpoint/2012/main" userId="f99d3195cb2c0d1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81" autoAdjust="0"/>
    <p:restoredTop sz="93687" autoAdjust="0"/>
  </p:normalViewPr>
  <p:slideViewPr>
    <p:cSldViewPr snapToGrid="0">
      <p:cViewPr varScale="1">
        <p:scale>
          <a:sx n="112" d="100"/>
          <a:sy n="112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文轩" userId="f99d3195cb2c0d15" providerId="LiveId" clId="{01347078-08BC-4EB0-9707-DB775C0B5740}"/>
    <pc:docChg chg="undo redo custSel addSld delSld modSld sldOrd">
      <pc:chgData name="张 文轩" userId="f99d3195cb2c0d15" providerId="LiveId" clId="{01347078-08BC-4EB0-9707-DB775C0B5740}" dt="2020-03-02T07:51:15.036" v="5921" actId="207"/>
      <pc:docMkLst>
        <pc:docMk/>
      </pc:docMkLst>
      <pc:sldChg chg="modSp add">
        <pc:chgData name="张 文轩" userId="f99d3195cb2c0d15" providerId="LiveId" clId="{01347078-08BC-4EB0-9707-DB775C0B5740}" dt="2019-12-14T14:56:09.583" v="120" actId="1076"/>
        <pc:sldMkLst>
          <pc:docMk/>
          <pc:sldMk cId="1768941005" sldId="256"/>
        </pc:sldMkLst>
        <pc:spChg chg="mod">
          <ac:chgData name="张 文轩" userId="f99d3195cb2c0d15" providerId="LiveId" clId="{01347078-08BC-4EB0-9707-DB775C0B5740}" dt="2019-12-14T14:03:14.958" v="34" actId="20577"/>
          <ac:spMkLst>
            <pc:docMk/>
            <pc:sldMk cId="1768941005" sldId="256"/>
            <ac:spMk id="2" creationId="{5CBBA732-8C0E-4F74-9A64-A8C6AFC939EA}"/>
          </ac:spMkLst>
        </pc:spChg>
        <pc:spChg chg="mod">
          <ac:chgData name="张 文轩" userId="f99d3195cb2c0d15" providerId="LiveId" clId="{01347078-08BC-4EB0-9707-DB775C0B5740}" dt="2019-12-14T14:56:09.583" v="120" actId="1076"/>
          <ac:spMkLst>
            <pc:docMk/>
            <pc:sldMk cId="1768941005" sldId="256"/>
            <ac:spMk id="3" creationId="{24A9560B-DF9C-484E-9E0A-69AD6889D6DA}"/>
          </ac:spMkLst>
        </pc:spChg>
      </pc:sldChg>
      <pc:sldChg chg="addSp delSp modSp add addCm delCm">
        <pc:chgData name="张 文轩" userId="f99d3195cb2c0d15" providerId="LiveId" clId="{01347078-08BC-4EB0-9707-DB775C0B5740}" dt="2019-12-24T05:17:11.214" v="5044" actId="478"/>
        <pc:sldMkLst>
          <pc:docMk/>
          <pc:sldMk cId="831083259" sldId="257"/>
        </pc:sldMkLst>
        <pc:spChg chg="mod">
          <ac:chgData name="张 文轩" userId="f99d3195cb2c0d15" providerId="LiveId" clId="{01347078-08BC-4EB0-9707-DB775C0B5740}" dt="2019-12-15T09:17:45.030" v="122" actId="1076"/>
          <ac:spMkLst>
            <pc:docMk/>
            <pc:sldMk cId="831083259" sldId="257"/>
            <ac:spMk id="2" creationId="{6F26C40E-F29B-4329-A72E-38AEA43DFCA5}"/>
          </ac:spMkLst>
        </pc:spChg>
        <pc:spChg chg="mod">
          <ac:chgData name="张 文轩" userId="f99d3195cb2c0d15" providerId="LiveId" clId="{01347078-08BC-4EB0-9707-DB775C0B5740}" dt="2019-12-17T11:53:08.201" v="3227" actId="20577"/>
          <ac:spMkLst>
            <pc:docMk/>
            <pc:sldMk cId="831083259" sldId="257"/>
            <ac:spMk id="3" creationId="{0BD8B4B2-8C52-4E3F-9B73-5B99188B0C61}"/>
          </ac:spMkLst>
        </pc:spChg>
        <pc:spChg chg="add del mod">
          <ac:chgData name="张 文轩" userId="f99d3195cb2c0d15" providerId="LiveId" clId="{01347078-08BC-4EB0-9707-DB775C0B5740}" dt="2019-12-15T13:19:34.465" v="771" actId="478"/>
          <ac:spMkLst>
            <pc:docMk/>
            <pc:sldMk cId="831083259" sldId="257"/>
            <ac:spMk id="4" creationId="{09AA8357-047D-4500-BEE8-F021FC7FB8FD}"/>
          </ac:spMkLst>
        </pc:spChg>
        <pc:spChg chg="add del mod">
          <ac:chgData name="张 文轩" userId="f99d3195cb2c0d15" providerId="LiveId" clId="{01347078-08BC-4EB0-9707-DB775C0B5740}" dt="2019-12-18T02:27:12.351" v="3375"/>
          <ac:spMkLst>
            <pc:docMk/>
            <pc:sldMk cId="831083259" sldId="257"/>
            <ac:spMk id="4" creationId="{C95EFD60-8516-4BE6-8DB9-45FF597D27F5}"/>
          </ac:spMkLst>
        </pc:spChg>
        <pc:spChg chg="add del mod">
          <ac:chgData name="张 文轩" userId="f99d3195cb2c0d15" providerId="LiveId" clId="{01347078-08BC-4EB0-9707-DB775C0B5740}" dt="2019-12-15T11:06:12.317" v="666" actId="478"/>
          <ac:spMkLst>
            <pc:docMk/>
            <pc:sldMk cId="831083259" sldId="257"/>
            <ac:spMk id="6" creationId="{A59188D6-6A64-45B8-A99B-B01905221A74}"/>
          </ac:spMkLst>
        </pc:spChg>
        <pc:spChg chg="add mod">
          <ac:chgData name="张 文轩" userId="f99d3195cb2c0d15" providerId="LiveId" clId="{01347078-08BC-4EB0-9707-DB775C0B5740}" dt="2019-12-18T02:49:52.299" v="3615" actId="1076"/>
          <ac:spMkLst>
            <pc:docMk/>
            <pc:sldMk cId="831083259" sldId="257"/>
            <ac:spMk id="6" creationId="{D920AC3B-1D2C-48A8-8C6E-A9FBC971D602}"/>
          </ac:spMkLst>
        </pc:spChg>
        <pc:spChg chg="add del mod">
          <ac:chgData name="张 文轩" userId="f99d3195cb2c0d15" providerId="LiveId" clId="{01347078-08BC-4EB0-9707-DB775C0B5740}" dt="2019-12-15T11:05:42.996" v="658" actId="478"/>
          <ac:spMkLst>
            <pc:docMk/>
            <pc:sldMk cId="831083259" sldId="257"/>
            <ac:spMk id="7" creationId="{1107E948-EADB-461A-8F74-45BF3D8706E4}"/>
          </ac:spMkLst>
        </pc:spChg>
        <pc:spChg chg="add del mod">
          <ac:chgData name="张 文轩" userId="f99d3195cb2c0d15" providerId="LiveId" clId="{01347078-08BC-4EB0-9707-DB775C0B5740}" dt="2019-12-15T11:05:16.770" v="656" actId="478"/>
          <ac:spMkLst>
            <pc:docMk/>
            <pc:sldMk cId="831083259" sldId="257"/>
            <ac:spMk id="8" creationId="{5C25C091-1B47-4EBB-81B1-8C5BFFE70027}"/>
          </ac:spMkLst>
        </pc:spChg>
        <pc:spChg chg="add mod">
          <ac:chgData name="张 文轩" userId="f99d3195cb2c0d15" providerId="LiveId" clId="{01347078-08BC-4EB0-9707-DB775C0B5740}" dt="2019-12-24T05:16:59.459" v="5041" actId="1076"/>
          <ac:spMkLst>
            <pc:docMk/>
            <pc:sldMk cId="831083259" sldId="257"/>
            <ac:spMk id="11" creationId="{994F7734-10B3-4E5D-B254-D29FF8301569}"/>
          </ac:spMkLst>
        </pc:spChg>
        <pc:spChg chg="add del mod">
          <ac:chgData name="张 文轩" userId="f99d3195cb2c0d15" providerId="LiveId" clId="{01347078-08BC-4EB0-9707-DB775C0B5740}" dt="2019-12-18T02:27:31.885" v="3382" actId="478"/>
          <ac:spMkLst>
            <pc:docMk/>
            <pc:sldMk cId="831083259" sldId="257"/>
            <ac:spMk id="12" creationId="{5F52A072-7D9C-4F9B-BB42-C65F228679EA}"/>
          </ac:spMkLst>
        </pc:spChg>
        <pc:spChg chg="add mod">
          <ac:chgData name="张 文轩" userId="f99d3195cb2c0d15" providerId="LiveId" clId="{01347078-08BC-4EB0-9707-DB775C0B5740}" dt="2019-12-24T05:17:07.280" v="5042" actId="1076"/>
          <ac:spMkLst>
            <pc:docMk/>
            <pc:sldMk cId="831083259" sldId="257"/>
            <ac:spMk id="13" creationId="{C8B7E7E1-9A6B-4B31-96B9-594EC7478C34}"/>
          </ac:spMkLst>
        </pc:spChg>
        <pc:spChg chg="add del mod">
          <ac:chgData name="张 文轩" userId="f99d3195cb2c0d15" providerId="LiveId" clId="{01347078-08BC-4EB0-9707-DB775C0B5740}" dt="2019-12-24T05:16:11.075" v="5031" actId="478"/>
          <ac:spMkLst>
            <pc:docMk/>
            <pc:sldMk cId="831083259" sldId="257"/>
            <ac:spMk id="14" creationId="{D3ED4F8C-2D1A-48BD-A64B-0694CAE67A6C}"/>
          </ac:spMkLst>
        </pc:spChg>
        <pc:picChg chg="add mod">
          <ac:chgData name="张 文轩" userId="f99d3195cb2c0d15" providerId="LiveId" clId="{01347078-08BC-4EB0-9707-DB775C0B5740}" dt="2019-12-24T05:16:52.026" v="5040" actId="1076"/>
          <ac:picMkLst>
            <pc:docMk/>
            <pc:sldMk cId="831083259" sldId="257"/>
            <ac:picMk id="4" creationId="{494FD2FB-A75C-4148-A10B-40DAB95BAA9E}"/>
          </ac:picMkLst>
        </pc:picChg>
        <pc:picChg chg="add del mod">
          <ac:chgData name="张 文轩" userId="f99d3195cb2c0d15" providerId="LiveId" clId="{01347078-08BC-4EB0-9707-DB775C0B5740}" dt="2019-12-24T05:17:11.214" v="5044" actId="478"/>
          <ac:picMkLst>
            <pc:docMk/>
            <pc:sldMk cId="831083259" sldId="257"/>
            <ac:picMk id="5" creationId="{26D82FD1-7547-4169-8545-D21C2FA3FDCA}"/>
          </ac:picMkLst>
        </pc:picChg>
      </pc:sldChg>
      <pc:sldChg chg="addSp delSp modSp add">
        <pc:chgData name="张 文轩" userId="f99d3195cb2c0d15" providerId="LiveId" clId="{01347078-08BC-4EB0-9707-DB775C0B5740}" dt="2020-01-13T11:16:24.499" v="5456" actId="1076"/>
        <pc:sldMkLst>
          <pc:docMk/>
          <pc:sldMk cId="3595787667" sldId="258"/>
        </pc:sldMkLst>
        <pc:spChg chg="mod">
          <ac:chgData name="张 文轩" userId="f99d3195cb2c0d15" providerId="LiveId" clId="{01347078-08BC-4EB0-9707-DB775C0B5740}" dt="2019-12-16T06:50:28.973" v="2681"/>
          <ac:spMkLst>
            <pc:docMk/>
            <pc:sldMk cId="3595787667" sldId="258"/>
            <ac:spMk id="2" creationId="{C8D0FF25-24A2-4697-BA97-BB6225F3868C}"/>
          </ac:spMkLst>
        </pc:spChg>
        <pc:spChg chg="mod">
          <ac:chgData name="张 文轩" userId="f99d3195cb2c0d15" providerId="LiveId" clId="{01347078-08BC-4EB0-9707-DB775C0B5740}" dt="2020-01-13T11:15:15.619" v="5449" actId="113"/>
          <ac:spMkLst>
            <pc:docMk/>
            <pc:sldMk cId="3595787667" sldId="258"/>
            <ac:spMk id="3" creationId="{C3CC5B89-6486-46DF-A728-3CD112C6ACB9}"/>
          </ac:spMkLst>
        </pc:spChg>
        <pc:spChg chg="add mod">
          <ac:chgData name="张 文轩" userId="f99d3195cb2c0d15" providerId="LiveId" clId="{01347078-08BC-4EB0-9707-DB775C0B5740}" dt="2020-01-13T11:16:08.897" v="5455" actId="1076"/>
          <ac:spMkLst>
            <pc:docMk/>
            <pc:sldMk cId="3595787667" sldId="258"/>
            <ac:spMk id="4" creationId="{0D3203E2-DBFB-4AB4-A0C8-E60904E3E03B}"/>
          </ac:spMkLst>
        </pc:spChg>
        <pc:spChg chg="add del mod">
          <ac:chgData name="张 文轩" userId="f99d3195cb2c0d15" providerId="LiveId" clId="{01347078-08BC-4EB0-9707-DB775C0B5740}" dt="2019-12-16T05:49:24.781" v="2097" actId="478"/>
          <ac:spMkLst>
            <pc:docMk/>
            <pc:sldMk cId="3595787667" sldId="258"/>
            <ac:spMk id="4" creationId="{388F96C6-679A-44D6-A744-3FDB2A96C9C7}"/>
          </ac:spMkLst>
        </pc:spChg>
        <pc:spChg chg="add del">
          <ac:chgData name="张 文轩" userId="f99d3195cb2c0d15" providerId="LiveId" clId="{01347078-08BC-4EB0-9707-DB775C0B5740}" dt="2019-12-20T07:26:14.944" v="3686"/>
          <ac:spMkLst>
            <pc:docMk/>
            <pc:sldMk cId="3595787667" sldId="258"/>
            <ac:spMk id="4" creationId="{C83F90C7-950A-4773-95A6-3CF1C86EC2E3}"/>
          </ac:spMkLst>
        </pc:spChg>
        <pc:spChg chg="add del mod">
          <ac:chgData name="张 文轩" userId="f99d3195cb2c0d15" providerId="LiveId" clId="{01347078-08BC-4EB0-9707-DB775C0B5740}" dt="2019-12-18T02:32:02.424" v="3449" actId="478"/>
          <ac:spMkLst>
            <pc:docMk/>
            <pc:sldMk cId="3595787667" sldId="258"/>
            <ac:spMk id="5" creationId="{BE0B92BA-08A9-4E5F-8913-E4D5C88DB523}"/>
          </ac:spMkLst>
        </pc:spChg>
        <pc:spChg chg="add mod">
          <ac:chgData name="张 文轩" userId="f99d3195cb2c0d15" providerId="LiveId" clId="{01347078-08BC-4EB0-9707-DB775C0B5740}" dt="2020-01-13T11:16:24.499" v="5456" actId="1076"/>
          <ac:spMkLst>
            <pc:docMk/>
            <pc:sldMk cId="3595787667" sldId="258"/>
            <ac:spMk id="6" creationId="{62B96FEE-C5C0-417B-8832-749A22C54BC5}"/>
          </ac:spMkLst>
        </pc:spChg>
        <pc:spChg chg="add del mod">
          <ac:chgData name="张 文轩" userId="f99d3195cb2c0d15" providerId="LiveId" clId="{01347078-08BC-4EB0-9707-DB775C0B5740}" dt="2019-12-16T06:25:59.227" v="2499" actId="478"/>
          <ac:spMkLst>
            <pc:docMk/>
            <pc:sldMk cId="3595787667" sldId="258"/>
            <ac:spMk id="7" creationId="{01129B05-F8DF-4DDC-BEE4-0088BDACCF87}"/>
          </ac:spMkLst>
        </pc:spChg>
        <pc:spChg chg="add del mod">
          <ac:chgData name="张 文轩" userId="f99d3195cb2c0d15" providerId="LiveId" clId="{01347078-08BC-4EB0-9707-DB775C0B5740}" dt="2019-12-18T02:32:41.194" v="3454" actId="478"/>
          <ac:spMkLst>
            <pc:docMk/>
            <pc:sldMk cId="3595787667" sldId="258"/>
            <ac:spMk id="9" creationId="{F88094CD-BD62-4267-84C2-FE80BFDC7E02}"/>
          </ac:spMkLst>
        </pc:spChg>
        <pc:spChg chg="add del mod">
          <ac:chgData name="张 文轩" userId="f99d3195cb2c0d15" providerId="LiveId" clId="{01347078-08BC-4EB0-9707-DB775C0B5740}" dt="2019-12-23T07:19:28.738" v="4522" actId="1076"/>
          <ac:spMkLst>
            <pc:docMk/>
            <pc:sldMk cId="3595787667" sldId="258"/>
            <ac:spMk id="12" creationId="{5133E9D7-ED3B-4E6F-A250-D4335DC8970A}"/>
          </ac:spMkLst>
        </pc:spChg>
        <pc:spChg chg="add del mod">
          <ac:chgData name="张 文轩" userId="f99d3195cb2c0d15" providerId="LiveId" clId="{01347078-08BC-4EB0-9707-DB775C0B5740}" dt="2019-12-17T11:52:18.914" v="3223" actId="478"/>
          <ac:spMkLst>
            <pc:docMk/>
            <pc:sldMk cId="3595787667" sldId="258"/>
            <ac:spMk id="13" creationId="{5905FA35-EFD5-4925-8A9F-8DC2726E0489}"/>
          </ac:spMkLst>
        </pc:spChg>
        <pc:spChg chg="add mod">
          <ac:chgData name="张 文轩" userId="f99d3195cb2c0d15" providerId="LiveId" clId="{01347078-08BC-4EB0-9707-DB775C0B5740}" dt="2019-12-18T02:50:43.692" v="3622" actId="1076"/>
          <ac:spMkLst>
            <pc:docMk/>
            <pc:sldMk cId="3595787667" sldId="258"/>
            <ac:spMk id="13" creationId="{6FB4E3B9-F28F-4D63-95BD-7CE943BBB3B5}"/>
          </ac:spMkLst>
        </pc:spChg>
        <pc:spChg chg="add mod">
          <ac:chgData name="张 文轩" userId="f99d3195cb2c0d15" providerId="LiveId" clId="{01347078-08BC-4EB0-9707-DB775C0B5740}" dt="2019-12-18T02:55:36.543" v="3669" actId="207"/>
          <ac:spMkLst>
            <pc:docMk/>
            <pc:sldMk cId="3595787667" sldId="258"/>
            <ac:spMk id="15" creationId="{0D4DC8E3-339B-4121-861A-AC09D9DDE1A1}"/>
          </ac:spMkLst>
        </pc:spChg>
        <pc:picChg chg="add mod">
          <ac:chgData name="张 文轩" userId="f99d3195cb2c0d15" providerId="LiveId" clId="{01347078-08BC-4EB0-9707-DB775C0B5740}" dt="2019-12-18T02:46:46.558" v="3570" actId="1076"/>
          <ac:picMkLst>
            <pc:docMk/>
            <pc:sldMk cId="3595787667" sldId="258"/>
            <ac:picMk id="8" creationId="{CAF3BF28-6643-4C1E-9DC3-EBD7FC353367}"/>
          </ac:picMkLst>
        </pc:picChg>
        <pc:picChg chg="add mod">
          <ac:chgData name="张 文轩" userId="f99d3195cb2c0d15" providerId="LiveId" clId="{01347078-08BC-4EB0-9707-DB775C0B5740}" dt="2019-12-17T11:46:45.747" v="3180" actId="1076"/>
          <ac:picMkLst>
            <pc:docMk/>
            <pc:sldMk cId="3595787667" sldId="258"/>
            <ac:picMk id="16" creationId="{BA69486F-82AC-4B17-B418-60D12E1ABD52}"/>
          </ac:picMkLst>
        </pc:picChg>
        <pc:inkChg chg="add del">
          <ac:chgData name="张 文轩" userId="f99d3195cb2c0d15" providerId="LiveId" clId="{01347078-08BC-4EB0-9707-DB775C0B5740}" dt="2019-12-16T06:38:04.053" v="2665"/>
          <ac:inkMkLst>
            <pc:docMk/>
            <pc:sldMk cId="3595787667" sldId="258"/>
            <ac:inkMk id="10" creationId="{478967A4-8920-4365-A42F-E3ED026E0FA5}"/>
          </ac:inkMkLst>
        </pc:inkChg>
        <pc:inkChg chg="add del">
          <ac:chgData name="张 文轩" userId="f99d3195cb2c0d15" providerId="LiveId" clId="{01347078-08BC-4EB0-9707-DB775C0B5740}" dt="2019-12-16T06:38:02.082" v="2664"/>
          <ac:inkMkLst>
            <pc:docMk/>
            <pc:sldMk cId="3595787667" sldId="258"/>
            <ac:inkMk id="11" creationId="{93027E9B-7FDA-4097-9FCF-FA51046FD432}"/>
          </ac:inkMkLst>
        </pc:inkChg>
        <pc:inkChg chg="add mod">
          <ac:chgData name="张 文轩" userId="f99d3195cb2c0d15" providerId="LiveId" clId="{01347078-08BC-4EB0-9707-DB775C0B5740}" dt="2019-12-18T02:46:53.492" v="3572" actId="1076"/>
          <ac:inkMkLst>
            <pc:docMk/>
            <pc:sldMk cId="3595787667" sldId="258"/>
            <ac:inkMk id="11" creationId="{B7BAC52D-4E2A-4B47-A22A-7FBF78EF18B4}"/>
          </ac:inkMkLst>
        </pc:inkChg>
        <pc:inkChg chg="add del">
          <ac:chgData name="张 文轩" userId="f99d3195cb2c0d15" providerId="LiveId" clId="{01347078-08BC-4EB0-9707-DB775C0B5740}" dt="2019-12-16T06:38:08.666" v="2667"/>
          <ac:inkMkLst>
            <pc:docMk/>
            <pc:sldMk cId="3595787667" sldId="258"/>
            <ac:inkMk id="12" creationId="{414F3B48-3D18-4210-91B8-5AF407292CFE}"/>
          </ac:inkMkLst>
        </pc:inkChg>
        <pc:inkChg chg="add del mod">
          <ac:chgData name="张 文轩" userId="f99d3195cb2c0d15" providerId="LiveId" clId="{01347078-08BC-4EB0-9707-DB775C0B5740}" dt="2019-12-17T08:28:43.643" v="3004" actId="478"/>
          <ac:inkMkLst>
            <pc:docMk/>
            <pc:sldMk cId="3595787667" sldId="258"/>
            <ac:inkMk id="13" creationId="{D58C8CA6-584E-4A41-8326-D0F3D1E76763}"/>
          </ac:inkMkLst>
        </pc:inkChg>
        <pc:inkChg chg="add mod">
          <ac:chgData name="张 文轩" userId="f99d3195cb2c0d15" providerId="LiveId" clId="{01347078-08BC-4EB0-9707-DB775C0B5740}" dt="2019-12-18T02:46:50.400" v="3571" actId="1076"/>
          <ac:inkMkLst>
            <pc:docMk/>
            <pc:sldMk cId="3595787667" sldId="258"/>
            <ac:inkMk id="14" creationId="{04E38377-FF8A-4FD1-BF10-77A0C65C8C73}"/>
          </ac:inkMkLst>
        </pc:inkChg>
        <pc:cxnChg chg="add del mod">
          <ac:chgData name="张 文轩" userId="f99d3195cb2c0d15" providerId="LiveId" clId="{01347078-08BC-4EB0-9707-DB775C0B5740}" dt="2020-01-13T11:15:38.177" v="5451" actId="478"/>
          <ac:cxnSpMkLst>
            <pc:docMk/>
            <pc:sldMk cId="3595787667" sldId="258"/>
            <ac:cxnSpMk id="7" creationId="{0F92E1C0-8B5F-4E20-AC08-E7E2FA9AB384}"/>
          </ac:cxnSpMkLst>
        </pc:cxnChg>
      </pc:sldChg>
      <pc:sldChg chg="addSp delSp modSp add">
        <pc:chgData name="张 文轩" userId="f99d3195cb2c0d15" providerId="LiveId" clId="{01347078-08BC-4EB0-9707-DB775C0B5740}" dt="2019-12-23T07:19:45.930" v="4524" actId="14100"/>
        <pc:sldMkLst>
          <pc:docMk/>
          <pc:sldMk cId="2278365476" sldId="259"/>
        </pc:sldMkLst>
        <pc:spChg chg="mod">
          <ac:chgData name="张 文轩" userId="f99d3195cb2c0d15" providerId="LiveId" clId="{01347078-08BC-4EB0-9707-DB775C0B5740}" dt="2019-12-15T13:30:36.223" v="1003" actId="20577"/>
          <ac:spMkLst>
            <pc:docMk/>
            <pc:sldMk cId="2278365476" sldId="259"/>
            <ac:spMk id="2" creationId="{C58F141B-387D-44F3-8055-0CFCDB2D7921}"/>
          </ac:spMkLst>
        </pc:spChg>
        <pc:spChg chg="mod">
          <ac:chgData name="张 文轩" userId="f99d3195cb2c0d15" providerId="LiveId" clId="{01347078-08BC-4EB0-9707-DB775C0B5740}" dt="2019-12-17T11:53:22.754" v="3229" actId="20577"/>
          <ac:spMkLst>
            <pc:docMk/>
            <pc:sldMk cId="2278365476" sldId="259"/>
            <ac:spMk id="3" creationId="{98A57882-E27D-4CE3-8C11-5C3D427B62EF}"/>
          </ac:spMkLst>
        </pc:spChg>
        <pc:spChg chg="add mod">
          <ac:chgData name="张 文轩" userId="f99d3195cb2c0d15" providerId="LiveId" clId="{01347078-08BC-4EB0-9707-DB775C0B5740}" dt="2019-12-18T02:50:28.588" v="3619" actId="1076"/>
          <ac:spMkLst>
            <pc:docMk/>
            <pc:sldMk cId="2278365476" sldId="259"/>
            <ac:spMk id="6" creationId="{89038605-CF4C-48E2-A7AC-90F1F9D00ACF}"/>
          </ac:spMkLst>
        </pc:spChg>
        <pc:spChg chg="add mod">
          <ac:chgData name="张 文轩" userId="f99d3195cb2c0d15" providerId="LiveId" clId="{01347078-08BC-4EB0-9707-DB775C0B5740}" dt="2019-12-23T07:19:45.930" v="4524" actId="14100"/>
          <ac:spMkLst>
            <pc:docMk/>
            <pc:sldMk cId="2278365476" sldId="259"/>
            <ac:spMk id="11" creationId="{6D922B15-6E01-4921-A545-2A066D57FEEB}"/>
          </ac:spMkLst>
        </pc:spChg>
        <pc:graphicFrameChg chg="add del mod">
          <ac:chgData name="张 文轩" userId="f99d3195cb2c0d15" providerId="LiveId" clId="{01347078-08BC-4EB0-9707-DB775C0B5740}" dt="2019-12-16T05:41:00.634" v="1944" actId="478"/>
          <ac:graphicFrameMkLst>
            <pc:docMk/>
            <pc:sldMk cId="2278365476" sldId="259"/>
            <ac:graphicFrameMk id="4" creationId="{81E7F7DA-DEBD-466B-B9C1-053ADE8625B4}"/>
          </ac:graphicFrameMkLst>
        </pc:graphicFrameChg>
        <pc:graphicFrameChg chg="add del mod">
          <ac:chgData name="张 文轩" userId="f99d3195cb2c0d15" providerId="LiveId" clId="{01347078-08BC-4EB0-9707-DB775C0B5740}" dt="2019-12-16T05:46:57.562" v="1946" actId="478"/>
          <ac:graphicFrameMkLst>
            <pc:docMk/>
            <pc:sldMk cId="2278365476" sldId="259"/>
            <ac:graphicFrameMk id="5" creationId="{E87D4F78-B8CA-408D-B607-E6EB72BF8760}"/>
          </ac:graphicFrameMkLst>
        </pc:graphicFrameChg>
        <pc:graphicFrameChg chg="add del modGraphic">
          <ac:chgData name="张 文轩" userId="f99d3195cb2c0d15" providerId="LiveId" clId="{01347078-08BC-4EB0-9707-DB775C0B5740}" dt="2019-12-16T06:05:42.209" v="2236" actId="478"/>
          <ac:graphicFrameMkLst>
            <pc:docMk/>
            <pc:sldMk cId="2278365476" sldId="259"/>
            <ac:graphicFrameMk id="7" creationId="{509D68BF-1EEA-4CFC-A100-96B3177B93E6}"/>
          </ac:graphicFrameMkLst>
        </pc:graphicFrameChg>
        <pc:graphicFrameChg chg="add mod modGraphic">
          <ac:chgData name="张 文轩" userId="f99d3195cb2c0d15" providerId="LiveId" clId="{01347078-08BC-4EB0-9707-DB775C0B5740}" dt="2019-12-18T02:31:35.959" v="3446" actId="1076"/>
          <ac:graphicFrameMkLst>
            <pc:docMk/>
            <pc:sldMk cId="2278365476" sldId="259"/>
            <ac:graphicFrameMk id="9" creationId="{6E1546B1-0C83-4189-9E29-E94AD03410F4}"/>
          </ac:graphicFrameMkLst>
        </pc:graphicFrameChg>
      </pc:sldChg>
      <pc:sldChg chg="addSp delSp modSp add ord">
        <pc:chgData name="张 文轩" userId="f99d3195cb2c0d15" providerId="LiveId" clId="{01347078-08BC-4EB0-9707-DB775C0B5740}" dt="2019-12-23T13:00:31.353" v="5021" actId="14100"/>
        <pc:sldMkLst>
          <pc:docMk/>
          <pc:sldMk cId="3416796410" sldId="260"/>
        </pc:sldMkLst>
        <pc:spChg chg="del">
          <ac:chgData name="张 文轩" userId="f99d3195cb2c0d15" providerId="LiveId" clId="{01347078-08BC-4EB0-9707-DB775C0B5740}" dt="2019-12-16T11:45:27.151" v="2741" actId="478"/>
          <ac:spMkLst>
            <pc:docMk/>
            <pc:sldMk cId="3416796410" sldId="260"/>
            <ac:spMk id="2" creationId="{9A49D17F-1FFC-4208-B624-D7F86688062E}"/>
          </ac:spMkLst>
        </pc:spChg>
        <pc:spChg chg="mod">
          <ac:chgData name="张 文轩" userId="f99d3195cb2c0d15" providerId="LiveId" clId="{01347078-08BC-4EB0-9707-DB775C0B5740}" dt="2019-12-23T08:31:53.447" v="4812" actId="20577"/>
          <ac:spMkLst>
            <pc:docMk/>
            <pc:sldMk cId="3416796410" sldId="260"/>
            <ac:spMk id="3" creationId="{A2DDD035-DCAE-4944-8C3F-74FB275BE777}"/>
          </ac:spMkLst>
        </pc:spChg>
        <pc:spChg chg="add mod">
          <ac:chgData name="张 文轩" userId="f99d3195cb2c0d15" providerId="LiveId" clId="{01347078-08BC-4EB0-9707-DB775C0B5740}" dt="2019-12-23T12:32:45.143" v="4932" actId="20577"/>
          <ac:spMkLst>
            <pc:docMk/>
            <pc:sldMk cId="3416796410" sldId="260"/>
            <ac:spMk id="4" creationId="{03F09025-261B-430C-A5F9-6C31C0BE2DD8}"/>
          </ac:spMkLst>
        </pc:spChg>
        <pc:spChg chg="add del">
          <ac:chgData name="张 文轩" userId="f99d3195cb2c0d15" providerId="LiveId" clId="{01347078-08BC-4EB0-9707-DB775C0B5740}" dt="2019-12-18T02:54:32.853" v="3660" actId="478"/>
          <ac:spMkLst>
            <pc:docMk/>
            <pc:sldMk cId="3416796410" sldId="260"/>
            <ac:spMk id="5" creationId="{BEDF02CC-5B41-4483-B736-254E1D1C0C78}"/>
          </ac:spMkLst>
        </pc:spChg>
        <pc:spChg chg="add del mod">
          <ac:chgData name="张 文轩" userId="f99d3195cb2c0d15" providerId="LiveId" clId="{01347078-08BC-4EB0-9707-DB775C0B5740}" dt="2019-12-18T03:05:26.407" v="3676" actId="478"/>
          <ac:spMkLst>
            <pc:docMk/>
            <pc:sldMk cId="3416796410" sldId="260"/>
            <ac:spMk id="6" creationId="{D1BDE444-A50E-450C-8BD4-56758ABEEB6F}"/>
          </ac:spMkLst>
        </pc:spChg>
        <pc:spChg chg="add mod">
          <ac:chgData name="张 文轩" userId="f99d3195cb2c0d15" providerId="LiveId" clId="{01347078-08BC-4EB0-9707-DB775C0B5740}" dt="2019-12-18T02:54:48.855" v="3661" actId="1076"/>
          <ac:spMkLst>
            <pc:docMk/>
            <pc:sldMk cId="3416796410" sldId="260"/>
            <ac:spMk id="7" creationId="{9B7FA21E-D2F0-4FE4-9A60-1DCA55AEED7F}"/>
          </ac:spMkLst>
        </pc:spChg>
        <pc:spChg chg="add mod">
          <ac:chgData name="张 文轩" userId="f99d3195cb2c0d15" providerId="LiveId" clId="{01347078-08BC-4EB0-9707-DB775C0B5740}" dt="2019-12-23T08:25:55.087" v="4802" actId="20577"/>
          <ac:spMkLst>
            <pc:docMk/>
            <pc:sldMk cId="3416796410" sldId="260"/>
            <ac:spMk id="8" creationId="{75D05045-1216-4957-83DF-E3BDFE10C27D}"/>
          </ac:spMkLst>
        </pc:spChg>
        <pc:spChg chg="add mod">
          <ac:chgData name="张 文轩" userId="f99d3195cb2c0d15" providerId="LiveId" clId="{01347078-08BC-4EB0-9707-DB775C0B5740}" dt="2019-12-18T02:54:29.890" v="3659" actId="1076"/>
          <ac:spMkLst>
            <pc:docMk/>
            <pc:sldMk cId="3416796410" sldId="260"/>
            <ac:spMk id="9" creationId="{9AC72E14-55F5-4A6A-9A0C-33795D674B1F}"/>
          </ac:spMkLst>
        </pc:spChg>
        <pc:spChg chg="add mod">
          <ac:chgData name="张 文轩" userId="f99d3195cb2c0d15" providerId="LiveId" clId="{01347078-08BC-4EB0-9707-DB775C0B5740}" dt="2019-12-23T13:00:31.353" v="5021" actId="14100"/>
          <ac:spMkLst>
            <pc:docMk/>
            <pc:sldMk cId="3416796410" sldId="260"/>
            <ac:spMk id="10" creationId="{8A5979B0-2C5D-47E1-A3BF-048D5E71B97F}"/>
          </ac:spMkLst>
        </pc:spChg>
      </pc:sldChg>
      <pc:sldChg chg="modSp add ord">
        <pc:chgData name="张 文轩" userId="f99d3195cb2c0d15" providerId="LiveId" clId="{01347078-08BC-4EB0-9707-DB775C0B5740}" dt="2020-01-13T11:26:08.062" v="5467"/>
        <pc:sldMkLst>
          <pc:docMk/>
          <pc:sldMk cId="4154789356" sldId="261"/>
        </pc:sldMkLst>
        <pc:spChg chg="mod">
          <ac:chgData name="张 文轩" userId="f99d3195cb2c0d15" providerId="LiveId" clId="{01347078-08BC-4EB0-9707-DB775C0B5740}" dt="2020-01-13T11:23:29.785" v="5465" actId="20577"/>
          <ac:spMkLst>
            <pc:docMk/>
            <pc:sldMk cId="4154789356" sldId="261"/>
            <ac:spMk id="4" creationId="{03F09025-261B-430C-A5F9-6C31C0BE2DD8}"/>
          </ac:spMkLst>
        </pc:spChg>
      </pc:sldChg>
      <pc:sldChg chg="modSp add ord">
        <pc:chgData name="张 文轩" userId="f99d3195cb2c0d15" providerId="LiveId" clId="{01347078-08BC-4EB0-9707-DB775C0B5740}" dt="2019-12-23T12:32:23.425" v="4928"/>
        <pc:sldMkLst>
          <pc:docMk/>
          <pc:sldMk cId="279890617" sldId="262"/>
        </pc:sldMkLst>
        <pc:spChg chg="mod">
          <ac:chgData name="张 文轩" userId="f99d3195cb2c0d15" providerId="LiveId" clId="{01347078-08BC-4EB0-9707-DB775C0B5740}" dt="2019-12-16T11:47:43.106" v="2827" actId="20577"/>
          <ac:spMkLst>
            <pc:docMk/>
            <pc:sldMk cId="279890617" sldId="262"/>
            <ac:spMk id="4" creationId="{03F09025-261B-430C-A5F9-6C31C0BE2DD8}"/>
          </ac:spMkLst>
        </pc:spChg>
      </pc:sldChg>
      <pc:sldChg chg="modSp add">
        <pc:chgData name="张 文轩" userId="f99d3195cb2c0d15" providerId="LiveId" clId="{01347078-08BC-4EB0-9707-DB775C0B5740}" dt="2019-12-16T11:52:04.145" v="2906" actId="20577"/>
        <pc:sldMkLst>
          <pc:docMk/>
          <pc:sldMk cId="3340439983" sldId="263"/>
        </pc:sldMkLst>
        <pc:spChg chg="mod">
          <ac:chgData name="张 文轩" userId="f99d3195cb2c0d15" providerId="LiveId" clId="{01347078-08BC-4EB0-9707-DB775C0B5740}" dt="2019-12-16T11:52:04.145" v="2906" actId="20577"/>
          <ac:spMkLst>
            <pc:docMk/>
            <pc:sldMk cId="3340439983" sldId="263"/>
            <ac:spMk id="4" creationId="{03F09025-261B-430C-A5F9-6C31C0BE2DD8}"/>
          </ac:spMkLst>
        </pc:spChg>
      </pc:sldChg>
      <pc:sldChg chg="addSp delSp modSp add">
        <pc:chgData name="张 文轩" userId="f99d3195cb2c0d15" providerId="LiveId" clId="{01347078-08BC-4EB0-9707-DB775C0B5740}" dt="2019-12-22T09:05:39.301" v="4165" actId="478"/>
        <pc:sldMkLst>
          <pc:docMk/>
          <pc:sldMk cId="3791499111" sldId="264"/>
        </pc:sldMkLst>
        <pc:spChg chg="mod">
          <ac:chgData name="张 文轩" userId="f99d3195cb2c0d15" providerId="LiveId" clId="{01347078-08BC-4EB0-9707-DB775C0B5740}" dt="2019-12-16T12:00:17.758" v="2997" actId="20577"/>
          <ac:spMkLst>
            <pc:docMk/>
            <pc:sldMk cId="3791499111" sldId="264"/>
            <ac:spMk id="4" creationId="{03F09025-261B-430C-A5F9-6C31C0BE2DD8}"/>
          </ac:spMkLst>
        </pc:spChg>
        <pc:spChg chg="add del mod">
          <ac:chgData name="张 文轩" userId="f99d3195cb2c0d15" providerId="LiveId" clId="{01347078-08BC-4EB0-9707-DB775C0B5740}" dt="2019-12-22T09:05:39.301" v="4165" actId="478"/>
          <ac:spMkLst>
            <pc:docMk/>
            <pc:sldMk cId="3791499111" sldId="264"/>
            <ac:spMk id="5" creationId="{85F6BA1B-2351-4407-82CC-836044FBC225}"/>
          </ac:spMkLst>
        </pc:spChg>
      </pc:sldChg>
      <pc:sldChg chg="modSp add">
        <pc:chgData name="张 文轩" userId="f99d3195cb2c0d15" providerId="LiveId" clId="{01347078-08BC-4EB0-9707-DB775C0B5740}" dt="2019-12-16T12:00:36.040" v="2998"/>
        <pc:sldMkLst>
          <pc:docMk/>
          <pc:sldMk cId="2500604045" sldId="265"/>
        </pc:sldMkLst>
        <pc:spChg chg="mod">
          <ac:chgData name="张 文轩" userId="f99d3195cb2c0d15" providerId="LiveId" clId="{01347078-08BC-4EB0-9707-DB775C0B5740}" dt="2019-12-16T12:00:36.040" v="2998"/>
          <ac:spMkLst>
            <pc:docMk/>
            <pc:sldMk cId="2500604045" sldId="265"/>
            <ac:spMk id="4" creationId="{03F09025-261B-430C-A5F9-6C31C0BE2DD8}"/>
          </ac:spMkLst>
        </pc:spChg>
      </pc:sldChg>
      <pc:sldChg chg="addSp delSp modSp add ord">
        <pc:chgData name="张 文轩" userId="f99d3195cb2c0d15" providerId="LiveId" clId="{01347078-08BC-4EB0-9707-DB775C0B5740}" dt="2020-01-13T11:26:20.529" v="5469"/>
        <pc:sldMkLst>
          <pc:docMk/>
          <pc:sldMk cId="321031333" sldId="266"/>
        </pc:sldMkLst>
        <pc:spChg chg="mod">
          <ac:chgData name="张 文轩" userId="f99d3195cb2c0d15" providerId="LiveId" clId="{01347078-08BC-4EB0-9707-DB775C0B5740}" dt="2019-12-20T07:27:06.516" v="3729" actId="20577"/>
          <ac:spMkLst>
            <pc:docMk/>
            <pc:sldMk cId="321031333" sldId="266"/>
            <ac:spMk id="2" creationId="{C8D0FF25-24A2-4697-BA97-BB6225F3868C}"/>
          </ac:spMkLst>
        </pc:spChg>
        <pc:spChg chg="mod">
          <ac:chgData name="张 文轩" userId="f99d3195cb2c0d15" providerId="LiveId" clId="{01347078-08BC-4EB0-9707-DB775C0B5740}" dt="2019-12-23T07:13:10.553" v="4482" actId="20577"/>
          <ac:spMkLst>
            <pc:docMk/>
            <pc:sldMk cId="321031333" sldId="266"/>
            <ac:spMk id="3" creationId="{C3CC5B89-6486-46DF-A728-3CD112C6ACB9}"/>
          </ac:spMkLst>
        </pc:spChg>
        <pc:spChg chg="add mod">
          <ac:chgData name="张 文轩" userId="f99d3195cb2c0d15" providerId="LiveId" clId="{01347078-08BC-4EB0-9707-DB775C0B5740}" dt="2019-12-27T07:01:54.646" v="5416" actId="1076"/>
          <ac:spMkLst>
            <pc:docMk/>
            <pc:sldMk cId="321031333" sldId="266"/>
            <ac:spMk id="5" creationId="{6F6AC3D2-2E97-4973-8682-406EAC2E3DC2}"/>
          </ac:spMkLst>
        </pc:spChg>
        <pc:spChg chg="del">
          <ac:chgData name="张 文轩" userId="f99d3195cb2c0d15" providerId="LiveId" clId="{01347078-08BC-4EB0-9707-DB775C0B5740}" dt="2019-12-20T07:27:22.128" v="3735" actId="478"/>
          <ac:spMkLst>
            <pc:docMk/>
            <pc:sldMk cId="321031333" sldId="266"/>
            <ac:spMk id="6" creationId="{62B96FEE-C5C0-417B-8832-749A22C54BC5}"/>
          </ac:spMkLst>
        </pc:spChg>
        <pc:spChg chg="add mod">
          <ac:chgData name="张 文轩" userId="f99d3195cb2c0d15" providerId="LiveId" clId="{01347078-08BC-4EB0-9707-DB775C0B5740}" dt="2019-12-22T09:05:10.240" v="4164" actId="1076"/>
          <ac:spMkLst>
            <pc:docMk/>
            <pc:sldMk cId="321031333" sldId="266"/>
            <ac:spMk id="9" creationId="{055B5E4E-7983-4F3E-82E4-C48A6E3393A9}"/>
          </ac:spMkLst>
        </pc:spChg>
        <pc:spChg chg="add del mod">
          <ac:chgData name="张 文轩" userId="f99d3195cb2c0d15" providerId="LiveId" clId="{01347078-08BC-4EB0-9707-DB775C0B5740}" dt="2019-12-23T06:47:12.294" v="4242" actId="767"/>
          <ac:spMkLst>
            <pc:docMk/>
            <pc:sldMk cId="321031333" sldId="266"/>
            <ac:spMk id="10" creationId="{FBA0C864-48FD-437A-99F4-39C0ACC234E8}"/>
          </ac:spMkLst>
        </pc:spChg>
        <pc:spChg chg="add del mod">
          <ac:chgData name="张 文轩" userId="f99d3195cb2c0d15" providerId="LiveId" clId="{01347078-08BC-4EB0-9707-DB775C0B5740}" dt="2019-12-22T08:54:31.994" v="4095" actId="478"/>
          <ac:spMkLst>
            <pc:docMk/>
            <pc:sldMk cId="321031333" sldId="266"/>
            <ac:spMk id="10" creationId="{FCAAE095-851E-4E99-98F7-ED1538DD349F}"/>
          </ac:spMkLst>
        </pc:spChg>
        <pc:spChg chg="add del">
          <ac:chgData name="张 文轩" userId="f99d3195cb2c0d15" providerId="LiveId" clId="{01347078-08BC-4EB0-9707-DB775C0B5740}" dt="2019-12-22T08:54:01.384" v="4089"/>
          <ac:spMkLst>
            <pc:docMk/>
            <pc:sldMk cId="321031333" sldId="266"/>
            <ac:spMk id="11" creationId="{28A66BA9-1B41-4EE7-B920-7194AC6A54C6}"/>
          </ac:spMkLst>
        </pc:spChg>
        <pc:spChg chg="del">
          <ac:chgData name="张 文轩" userId="f99d3195cb2c0d15" providerId="LiveId" clId="{01347078-08BC-4EB0-9707-DB775C0B5740}" dt="2019-12-20T07:27:25.928" v="3736" actId="478"/>
          <ac:spMkLst>
            <pc:docMk/>
            <pc:sldMk cId="321031333" sldId="266"/>
            <ac:spMk id="12" creationId="{5133E9D7-ED3B-4E6F-A250-D4335DC8970A}"/>
          </ac:spMkLst>
        </pc:spChg>
        <pc:spChg chg="add mod">
          <ac:chgData name="张 文轩" userId="f99d3195cb2c0d15" providerId="LiveId" clId="{01347078-08BC-4EB0-9707-DB775C0B5740}" dt="2019-12-23T07:13:13.033" v="4483" actId="20577"/>
          <ac:spMkLst>
            <pc:docMk/>
            <pc:sldMk cId="321031333" sldId="266"/>
            <ac:spMk id="12" creationId="{B7A69D85-85AC-4E04-AC94-6087ABFC9732}"/>
          </ac:spMkLst>
        </pc:spChg>
        <pc:spChg chg="del">
          <ac:chgData name="张 文轩" userId="f99d3195cb2c0d15" providerId="LiveId" clId="{01347078-08BC-4EB0-9707-DB775C0B5740}" dt="2019-12-20T07:27:48.330" v="3740" actId="478"/>
          <ac:spMkLst>
            <pc:docMk/>
            <pc:sldMk cId="321031333" sldId="266"/>
            <ac:spMk id="13" creationId="{6FB4E3B9-F28F-4D63-95BD-7CE943BBB3B5}"/>
          </ac:spMkLst>
        </pc:spChg>
        <pc:spChg chg="add mod">
          <ac:chgData name="张 文轩" userId="f99d3195cb2c0d15" providerId="LiveId" clId="{01347078-08BC-4EB0-9707-DB775C0B5740}" dt="2019-12-22T09:23:39.826" v="4233" actId="20577"/>
          <ac:spMkLst>
            <pc:docMk/>
            <pc:sldMk cId="321031333" sldId="266"/>
            <ac:spMk id="14" creationId="{DFE39323-4832-4200-973B-9B91F4C7E2E7}"/>
          </ac:spMkLst>
        </pc:spChg>
        <pc:spChg chg="del">
          <ac:chgData name="张 文轩" userId="f99d3195cb2c0d15" providerId="LiveId" clId="{01347078-08BC-4EB0-9707-DB775C0B5740}" dt="2019-12-20T07:27:30.844" v="3738" actId="478"/>
          <ac:spMkLst>
            <pc:docMk/>
            <pc:sldMk cId="321031333" sldId="266"/>
            <ac:spMk id="15" creationId="{0D4DC8E3-339B-4121-861A-AC09D9DDE1A1}"/>
          </ac:spMkLst>
        </pc:spChg>
        <pc:spChg chg="add mod">
          <ac:chgData name="张 文轩" userId="f99d3195cb2c0d15" providerId="LiveId" clId="{01347078-08BC-4EB0-9707-DB775C0B5740}" dt="2019-12-23T07:16:26" v="4516" actId="1076"/>
          <ac:spMkLst>
            <pc:docMk/>
            <pc:sldMk cId="321031333" sldId="266"/>
            <ac:spMk id="16" creationId="{E4B93380-3A5B-469D-B378-8A78689857DA}"/>
          </ac:spMkLst>
        </pc:spChg>
        <pc:spChg chg="add mod">
          <ac:chgData name="张 文轩" userId="f99d3195cb2c0d15" providerId="LiveId" clId="{01347078-08BC-4EB0-9707-DB775C0B5740}" dt="2019-12-23T12:36:19.535" v="5014" actId="14100"/>
          <ac:spMkLst>
            <pc:docMk/>
            <pc:sldMk cId="321031333" sldId="266"/>
            <ac:spMk id="17" creationId="{A20A2EAA-A657-4736-A51A-3C58F6D6EC82}"/>
          </ac:spMkLst>
        </pc:spChg>
        <pc:spChg chg="add mod">
          <ac:chgData name="张 文轩" userId="f99d3195cb2c0d15" providerId="LiveId" clId="{01347078-08BC-4EB0-9707-DB775C0B5740}" dt="2019-12-23T07:15:24.692" v="4509" actId="1076"/>
          <ac:spMkLst>
            <pc:docMk/>
            <pc:sldMk cId="321031333" sldId="266"/>
            <ac:spMk id="18" creationId="{7575A10B-EBBB-41BE-83FE-7656B9A37A75}"/>
          </ac:spMkLst>
        </pc:spChg>
        <pc:spChg chg="add mod">
          <ac:chgData name="张 文轩" userId="f99d3195cb2c0d15" providerId="LiveId" clId="{01347078-08BC-4EB0-9707-DB775C0B5740}" dt="2019-12-23T07:15:45.598" v="4513" actId="1076"/>
          <ac:spMkLst>
            <pc:docMk/>
            <pc:sldMk cId="321031333" sldId="266"/>
            <ac:spMk id="19" creationId="{5FDFB0FD-F07D-4076-A537-63171E9100FC}"/>
          </ac:spMkLst>
        </pc:spChg>
        <pc:spChg chg="add del mod">
          <ac:chgData name="张 文轩" userId="f99d3195cb2c0d15" providerId="LiveId" clId="{01347078-08BC-4EB0-9707-DB775C0B5740}" dt="2019-12-23T07:25:32.985" v="4650" actId="478"/>
          <ac:spMkLst>
            <pc:docMk/>
            <pc:sldMk cId="321031333" sldId="266"/>
            <ac:spMk id="20" creationId="{216C4902-04E2-4B52-8672-1D71B2AF9F78}"/>
          </ac:spMkLst>
        </pc:spChg>
        <pc:spChg chg="add mod">
          <ac:chgData name="张 文轩" userId="f99d3195cb2c0d15" providerId="LiveId" clId="{01347078-08BC-4EB0-9707-DB775C0B5740}" dt="2019-12-23T07:39:25.454" v="4728" actId="164"/>
          <ac:spMkLst>
            <pc:docMk/>
            <pc:sldMk cId="321031333" sldId="266"/>
            <ac:spMk id="21" creationId="{D55FA4BF-20C8-4E65-B8F5-956C189985FB}"/>
          </ac:spMkLst>
        </pc:spChg>
        <pc:spChg chg="add del mod">
          <ac:chgData name="张 文轩" userId="f99d3195cb2c0d15" providerId="LiveId" clId="{01347078-08BC-4EB0-9707-DB775C0B5740}" dt="2019-12-23T07:31:05.893" v="4688" actId="478"/>
          <ac:spMkLst>
            <pc:docMk/>
            <pc:sldMk cId="321031333" sldId="266"/>
            <ac:spMk id="22" creationId="{A409FE11-27BE-401A-BD04-2779AD55A9B7}"/>
          </ac:spMkLst>
        </pc:spChg>
        <pc:spChg chg="add mod">
          <ac:chgData name="张 文轩" userId="f99d3195cb2c0d15" providerId="LiveId" clId="{01347078-08BC-4EB0-9707-DB775C0B5740}" dt="2019-12-23T07:31:22.138" v="4689" actId="164"/>
          <ac:spMkLst>
            <pc:docMk/>
            <pc:sldMk cId="321031333" sldId="266"/>
            <ac:spMk id="23" creationId="{1722E3B3-F717-4D7C-A4AF-FFD56320971E}"/>
          </ac:spMkLst>
        </pc:spChg>
        <pc:spChg chg="add mod">
          <ac:chgData name="张 文轩" userId="f99d3195cb2c0d15" providerId="LiveId" clId="{01347078-08BC-4EB0-9707-DB775C0B5740}" dt="2019-12-23T07:31:22.138" v="4689" actId="164"/>
          <ac:spMkLst>
            <pc:docMk/>
            <pc:sldMk cId="321031333" sldId="266"/>
            <ac:spMk id="24" creationId="{CDB4E79D-4FA5-4104-A3E2-98DEC0D053D0}"/>
          </ac:spMkLst>
        </pc:spChg>
        <pc:spChg chg="add mod">
          <ac:chgData name="张 文轩" userId="f99d3195cb2c0d15" providerId="LiveId" clId="{01347078-08BC-4EB0-9707-DB775C0B5740}" dt="2019-12-23T07:39:25.454" v="4728" actId="164"/>
          <ac:spMkLst>
            <pc:docMk/>
            <pc:sldMk cId="321031333" sldId="266"/>
            <ac:spMk id="26" creationId="{E91CB961-5BF1-4F34-83A4-CF0B554AE9ED}"/>
          </ac:spMkLst>
        </pc:spChg>
        <pc:spChg chg="add mod">
          <ac:chgData name="张 文轩" userId="f99d3195cb2c0d15" providerId="LiveId" clId="{01347078-08BC-4EB0-9707-DB775C0B5740}" dt="2019-12-23T07:39:25.454" v="4728" actId="164"/>
          <ac:spMkLst>
            <pc:docMk/>
            <pc:sldMk cId="321031333" sldId="266"/>
            <ac:spMk id="27" creationId="{F41D034D-AB01-4E1C-B3E5-336589FA682E}"/>
          </ac:spMkLst>
        </pc:spChg>
        <pc:spChg chg="add mod">
          <ac:chgData name="张 文轩" userId="f99d3195cb2c0d15" providerId="LiveId" clId="{01347078-08BC-4EB0-9707-DB775C0B5740}" dt="2019-12-27T07:01:41.414" v="5410" actId="1076"/>
          <ac:spMkLst>
            <pc:docMk/>
            <pc:sldMk cId="321031333" sldId="266"/>
            <ac:spMk id="28" creationId="{DC5E44F0-679E-4F59-B7DD-7F0B5FE517EE}"/>
          </ac:spMkLst>
        </pc:spChg>
        <pc:spChg chg="add del mod">
          <ac:chgData name="张 文轩" userId="f99d3195cb2c0d15" providerId="LiveId" clId="{01347078-08BC-4EB0-9707-DB775C0B5740}" dt="2019-12-27T06:57:05.855" v="5377" actId="11529"/>
          <ac:spMkLst>
            <pc:docMk/>
            <pc:sldMk cId="321031333" sldId="266"/>
            <ac:spMk id="29" creationId="{EAAC421C-9CCB-4A80-A467-5336F3B65000}"/>
          </ac:spMkLst>
        </pc:spChg>
        <pc:spChg chg="add del mod">
          <ac:chgData name="张 文轩" userId="f99d3195cb2c0d15" providerId="LiveId" clId="{01347078-08BC-4EB0-9707-DB775C0B5740}" dt="2019-12-27T06:59:33.760" v="5396" actId="11529"/>
          <ac:spMkLst>
            <pc:docMk/>
            <pc:sldMk cId="321031333" sldId="266"/>
            <ac:spMk id="44" creationId="{7C803F9C-FF35-43CC-BF26-6BC625979E85}"/>
          </ac:spMkLst>
        </pc:spChg>
        <pc:spChg chg="add del mod">
          <ac:chgData name="张 文轩" userId="f99d3195cb2c0d15" providerId="LiveId" clId="{01347078-08BC-4EB0-9707-DB775C0B5740}" dt="2019-12-27T06:59:56.948" v="5398" actId="11529"/>
          <ac:spMkLst>
            <pc:docMk/>
            <pc:sldMk cId="321031333" sldId="266"/>
            <ac:spMk id="45" creationId="{B4D171AC-0572-4545-AE08-0F85974CF1B8}"/>
          </ac:spMkLst>
        </pc:spChg>
        <pc:spChg chg="add del mod">
          <ac:chgData name="张 文轩" userId="f99d3195cb2c0d15" providerId="LiveId" clId="{01347078-08BC-4EB0-9707-DB775C0B5740}" dt="2019-12-27T07:00:27.705" v="5400" actId="11529"/>
          <ac:spMkLst>
            <pc:docMk/>
            <pc:sldMk cId="321031333" sldId="266"/>
            <ac:spMk id="46" creationId="{031273A6-6C95-42D3-9D1B-1B05D8F7E2FD}"/>
          </ac:spMkLst>
        </pc:spChg>
        <pc:spChg chg="add del mod">
          <ac:chgData name="张 文轩" userId="f99d3195cb2c0d15" providerId="LiveId" clId="{01347078-08BC-4EB0-9707-DB775C0B5740}" dt="2019-12-27T07:02:50.412" v="5422" actId="11529"/>
          <ac:spMkLst>
            <pc:docMk/>
            <pc:sldMk cId="321031333" sldId="266"/>
            <ac:spMk id="60" creationId="{09FCA335-C2F5-4EA3-BAAA-76EC8A898A9F}"/>
          </ac:spMkLst>
        </pc:spChg>
        <pc:spChg chg="add del mod">
          <ac:chgData name="张 文轩" userId="f99d3195cb2c0d15" providerId="LiveId" clId="{01347078-08BC-4EB0-9707-DB775C0B5740}" dt="2019-12-27T07:03:21.569" v="5430" actId="11529"/>
          <ac:spMkLst>
            <pc:docMk/>
            <pc:sldMk cId="321031333" sldId="266"/>
            <ac:spMk id="61" creationId="{E1114720-96E5-414C-B50E-69D5F3207884}"/>
          </ac:spMkLst>
        </pc:spChg>
        <pc:spChg chg="add mod">
          <ac:chgData name="张 文轩" userId="f99d3195cb2c0d15" providerId="LiveId" clId="{01347078-08BC-4EB0-9707-DB775C0B5740}" dt="2019-12-27T07:03:41.492" v="5436" actId="1076"/>
          <ac:spMkLst>
            <pc:docMk/>
            <pc:sldMk cId="321031333" sldId="266"/>
            <ac:spMk id="62" creationId="{E9F30E33-BCAA-425D-AF05-9FF64FF36DFC}"/>
          </ac:spMkLst>
        </pc:spChg>
        <pc:spChg chg="add mod">
          <ac:chgData name="张 文轩" userId="f99d3195cb2c0d15" providerId="LiveId" clId="{01347078-08BC-4EB0-9707-DB775C0B5740}" dt="2019-12-27T07:04:37.174" v="5442" actId="1076"/>
          <ac:spMkLst>
            <pc:docMk/>
            <pc:sldMk cId="321031333" sldId="266"/>
            <ac:spMk id="63" creationId="{2D17C09B-C029-447F-B4E9-2D9004783DD7}"/>
          </ac:spMkLst>
        </pc:spChg>
        <pc:grpChg chg="add mod">
          <ac:chgData name="张 文轩" userId="f99d3195cb2c0d15" providerId="LiveId" clId="{01347078-08BC-4EB0-9707-DB775C0B5740}" dt="2019-12-23T07:39:25.454" v="4728" actId="164"/>
          <ac:grpSpMkLst>
            <pc:docMk/>
            <pc:sldMk cId="321031333" sldId="266"/>
            <ac:grpSpMk id="25" creationId="{196D8E41-BC5B-4343-87DD-AC6EFE9459BE}"/>
          </ac:grpSpMkLst>
        </pc:grpChg>
        <pc:grpChg chg="add mod">
          <ac:chgData name="张 文轩" userId="f99d3195cb2c0d15" providerId="LiveId" clId="{01347078-08BC-4EB0-9707-DB775C0B5740}" dt="2019-12-23T07:39:25.454" v="4728" actId="164"/>
          <ac:grpSpMkLst>
            <pc:docMk/>
            <pc:sldMk cId="321031333" sldId="266"/>
            <ac:grpSpMk id="40" creationId="{2592B388-B1C2-4376-A8E8-BAA79F775F96}"/>
          </ac:grpSpMkLst>
        </pc:grpChg>
        <pc:picChg chg="add del mod">
          <ac:chgData name="张 文轩" userId="f99d3195cb2c0d15" providerId="LiveId" clId="{01347078-08BC-4EB0-9707-DB775C0B5740}" dt="2019-12-20T08:01:28.217" v="3866" actId="478"/>
          <ac:picMkLst>
            <pc:docMk/>
            <pc:sldMk cId="321031333" sldId="266"/>
            <ac:picMk id="4" creationId="{8DDA3616-7B97-4330-9A2E-21B7358F154E}"/>
          </ac:picMkLst>
        </pc:picChg>
        <pc:picChg chg="add del mod ord">
          <ac:chgData name="张 文轩" userId="f99d3195cb2c0d15" providerId="LiveId" clId="{01347078-08BC-4EB0-9707-DB775C0B5740}" dt="2019-12-22T08:58:48.249" v="4131" actId="478"/>
          <ac:picMkLst>
            <pc:docMk/>
            <pc:sldMk cId="321031333" sldId="266"/>
            <ac:picMk id="4" creationId="{E10B1458-8F6F-4163-88C4-7BF9FB97973A}"/>
          </ac:picMkLst>
        </pc:picChg>
        <pc:picChg chg="add del mod">
          <ac:chgData name="张 文轩" userId="f99d3195cb2c0d15" providerId="LiveId" clId="{01347078-08BC-4EB0-9707-DB775C0B5740}" dt="2019-12-22T08:42:56.112" v="4021" actId="478"/>
          <ac:picMkLst>
            <pc:docMk/>
            <pc:sldMk cId="321031333" sldId="266"/>
            <ac:picMk id="5" creationId="{C1B4C59F-6A46-462F-B773-2FA3D4954343}"/>
          </ac:picMkLst>
        </pc:picChg>
        <pc:picChg chg="del">
          <ac:chgData name="张 文轩" userId="f99d3195cb2c0d15" providerId="LiveId" clId="{01347078-08BC-4EB0-9707-DB775C0B5740}" dt="2019-12-20T07:27:11.869" v="3730" actId="478"/>
          <ac:picMkLst>
            <pc:docMk/>
            <pc:sldMk cId="321031333" sldId="266"/>
            <ac:picMk id="8" creationId="{CAF3BF28-6643-4C1E-9DC3-EBD7FC353367}"/>
          </ac:picMkLst>
        </pc:picChg>
        <pc:picChg chg="add del mod">
          <ac:chgData name="张 文轩" userId="f99d3195cb2c0d15" providerId="LiveId" clId="{01347078-08BC-4EB0-9707-DB775C0B5740}" dt="2019-12-23T07:05:24.747" v="4346" actId="478"/>
          <ac:picMkLst>
            <pc:docMk/>
            <pc:sldMk cId="321031333" sldId="266"/>
            <ac:picMk id="11" creationId="{1AF24935-3AAB-40AD-AAEC-C8CB5290E5AF}"/>
          </ac:picMkLst>
        </pc:picChg>
        <pc:picChg chg="add mod">
          <ac:chgData name="张 文轩" userId="f99d3195cb2c0d15" providerId="LiveId" clId="{01347078-08BC-4EB0-9707-DB775C0B5740}" dt="2019-12-23T07:15:37.061" v="4512" actId="1076"/>
          <ac:picMkLst>
            <pc:docMk/>
            <pc:sldMk cId="321031333" sldId="266"/>
            <ac:picMk id="13" creationId="{282192A7-5B4B-41E0-952B-6CB364B454B1}"/>
          </ac:picMkLst>
        </pc:picChg>
        <pc:picChg chg="add del mod ord">
          <ac:chgData name="张 文轩" userId="f99d3195cb2c0d15" providerId="LiveId" clId="{01347078-08BC-4EB0-9707-DB775C0B5740}" dt="2019-12-22T09:09:14.573" v="4208" actId="478"/>
          <ac:picMkLst>
            <pc:docMk/>
            <pc:sldMk cId="321031333" sldId="266"/>
            <ac:picMk id="13" creationId="{79713C75-8E3F-4FF2-9F5E-FE6E7C00DE1F}"/>
          </ac:picMkLst>
        </pc:picChg>
        <pc:picChg chg="add mod ord">
          <ac:chgData name="张 文轩" userId="f99d3195cb2c0d15" providerId="LiveId" clId="{01347078-08BC-4EB0-9707-DB775C0B5740}" dt="2019-12-22T09:09:35.115" v="4211" actId="14100"/>
          <ac:picMkLst>
            <pc:docMk/>
            <pc:sldMk cId="321031333" sldId="266"/>
            <ac:picMk id="15" creationId="{049C83BE-B1DE-4AC8-9CC3-EFD6C8C8E5BF}"/>
          </ac:picMkLst>
        </pc:picChg>
        <pc:picChg chg="del">
          <ac:chgData name="张 文轩" userId="f99d3195cb2c0d15" providerId="LiveId" clId="{01347078-08BC-4EB0-9707-DB775C0B5740}" dt="2019-12-20T07:27:27.391" v="3737" actId="478"/>
          <ac:picMkLst>
            <pc:docMk/>
            <pc:sldMk cId="321031333" sldId="266"/>
            <ac:picMk id="16" creationId="{BA69486F-82AC-4B17-B418-60D12E1ABD52}"/>
          </ac:picMkLst>
        </pc:picChg>
        <pc:inkChg chg="del">
          <ac:chgData name="张 文轩" userId="f99d3195cb2c0d15" providerId="LiveId" clId="{01347078-08BC-4EB0-9707-DB775C0B5740}" dt="2019-12-20T07:27:15.940" v="3732" actId="478"/>
          <ac:inkMkLst>
            <pc:docMk/>
            <pc:sldMk cId="321031333" sldId="266"/>
            <ac:inkMk id="11" creationId="{B7BAC52D-4E2A-4B47-A22A-7FBF78EF18B4}"/>
          </ac:inkMkLst>
        </pc:inkChg>
        <pc:inkChg chg="del">
          <ac:chgData name="张 文轩" userId="f99d3195cb2c0d15" providerId="LiveId" clId="{01347078-08BC-4EB0-9707-DB775C0B5740}" dt="2019-12-20T07:27:14.168" v="3731" actId="478"/>
          <ac:inkMkLst>
            <pc:docMk/>
            <pc:sldMk cId="321031333" sldId="266"/>
            <ac:inkMk id="14" creationId="{04E38377-FF8A-4FD1-BF10-77A0C65C8C73}"/>
          </ac:inkMkLst>
        </pc:inkChg>
        <pc:cxnChg chg="add mod">
          <ac:chgData name="张 文轩" userId="f99d3195cb2c0d15" providerId="LiveId" clId="{01347078-08BC-4EB0-9707-DB775C0B5740}" dt="2019-12-23T07:15:51.715" v="4514" actId="1076"/>
          <ac:cxnSpMkLst>
            <pc:docMk/>
            <pc:sldMk cId="321031333" sldId="266"/>
            <ac:cxnSpMk id="4" creationId="{332D5C77-2ECC-40C0-961F-164573D159BB}"/>
          </ac:cxnSpMkLst>
        </pc:cxnChg>
        <pc:cxnChg chg="add mod">
          <ac:chgData name="张 文轩" userId="f99d3195cb2c0d15" providerId="LiveId" clId="{01347078-08BC-4EB0-9707-DB775C0B5740}" dt="2019-12-22T08:48:52.775" v="4035" actId="13822"/>
          <ac:cxnSpMkLst>
            <pc:docMk/>
            <pc:sldMk cId="321031333" sldId="266"/>
            <ac:cxnSpMk id="6" creationId="{262D1240-8223-4D11-A741-48121B974F83}"/>
          </ac:cxnSpMkLst>
        </pc:cxnChg>
        <pc:cxnChg chg="del mod">
          <ac:chgData name="张 文轩" userId="f99d3195cb2c0d15" providerId="LiveId" clId="{01347078-08BC-4EB0-9707-DB775C0B5740}" dt="2019-12-20T07:27:19.958" v="3734" actId="478"/>
          <ac:cxnSpMkLst>
            <pc:docMk/>
            <pc:sldMk cId="321031333" sldId="266"/>
            <ac:cxnSpMk id="7" creationId="{0F92E1C0-8B5F-4E20-AC08-E7E2FA9AB384}"/>
          </ac:cxnSpMkLst>
        </pc:cxnChg>
        <pc:cxnChg chg="add del mod">
          <ac:chgData name="张 文轩" userId="f99d3195cb2c0d15" providerId="LiveId" clId="{01347078-08BC-4EB0-9707-DB775C0B5740}" dt="2019-12-27T06:56:49.648" v="5375" actId="11529"/>
          <ac:cxnSpMkLst>
            <pc:docMk/>
            <pc:sldMk cId="321031333" sldId="266"/>
            <ac:cxnSpMk id="8" creationId="{B5D35DF9-3AAE-47CE-9950-A56BD593B2E7}"/>
          </ac:cxnSpMkLst>
        </pc:cxnChg>
        <pc:cxnChg chg="add del mod">
          <ac:chgData name="张 文轩" userId="f99d3195cb2c0d15" providerId="LiveId" clId="{01347078-08BC-4EB0-9707-DB775C0B5740}" dt="2019-12-23T07:32:35.629" v="4699" actId="11529"/>
          <ac:cxnSpMkLst>
            <pc:docMk/>
            <pc:sldMk cId="321031333" sldId="266"/>
            <ac:cxnSpMk id="29" creationId="{582BEA52-FA60-4501-933B-44D439615048}"/>
          </ac:cxnSpMkLst>
        </pc:cxnChg>
        <pc:cxnChg chg="add del mod">
          <ac:chgData name="张 文轩" userId="f99d3195cb2c0d15" providerId="LiveId" clId="{01347078-08BC-4EB0-9707-DB775C0B5740}" dt="2019-12-27T06:57:44.759" v="5385" actId="11529"/>
          <ac:cxnSpMkLst>
            <pc:docMk/>
            <pc:sldMk cId="321031333" sldId="266"/>
            <ac:cxnSpMk id="31" creationId="{FDDD0919-90E8-4CC1-856B-50B834F6E07D}"/>
          </ac:cxnSpMkLst>
        </pc:cxnChg>
        <pc:cxnChg chg="add del mod">
          <ac:chgData name="张 文轩" userId="f99d3195cb2c0d15" providerId="LiveId" clId="{01347078-08BC-4EB0-9707-DB775C0B5740}" dt="2019-12-23T07:32:53.383" v="4701" actId="11529"/>
          <ac:cxnSpMkLst>
            <pc:docMk/>
            <pc:sldMk cId="321031333" sldId="266"/>
            <ac:cxnSpMk id="32" creationId="{856B3040-1FEA-4C25-B4B0-3F069DDF9BFB}"/>
          </ac:cxnSpMkLst>
        </pc:cxnChg>
        <pc:cxnChg chg="add del mod">
          <ac:chgData name="张 文轩" userId="f99d3195cb2c0d15" providerId="LiveId" clId="{01347078-08BC-4EB0-9707-DB775C0B5740}" dt="2019-12-23T07:34:09.719" v="4705" actId="478"/>
          <ac:cxnSpMkLst>
            <pc:docMk/>
            <pc:sldMk cId="321031333" sldId="266"/>
            <ac:cxnSpMk id="34" creationId="{8F80A430-0379-4AAE-A181-A6F589A9DA76}"/>
          </ac:cxnSpMkLst>
        </pc:cxnChg>
        <pc:cxnChg chg="add del mod">
          <ac:chgData name="张 文轩" userId="f99d3195cb2c0d15" providerId="LiveId" clId="{01347078-08BC-4EB0-9707-DB775C0B5740}" dt="2019-12-27T07:01:46.258" v="5413" actId="478"/>
          <ac:cxnSpMkLst>
            <pc:docMk/>
            <pc:sldMk cId="321031333" sldId="266"/>
            <ac:cxnSpMk id="35" creationId="{E0DE535C-E333-462B-B4B7-15D6DA143E7D}"/>
          </ac:cxnSpMkLst>
        </pc:cxnChg>
        <pc:cxnChg chg="add mod">
          <ac:chgData name="张 文轩" userId="f99d3195cb2c0d15" providerId="LiveId" clId="{01347078-08BC-4EB0-9707-DB775C0B5740}" dt="2019-12-23T07:39:25.454" v="4728" actId="164"/>
          <ac:cxnSpMkLst>
            <pc:docMk/>
            <pc:sldMk cId="321031333" sldId="266"/>
            <ac:cxnSpMk id="37" creationId="{D47A2FEC-412C-4B24-8324-071663421AE4}"/>
          </ac:cxnSpMkLst>
        </pc:cxnChg>
        <pc:cxnChg chg="add del mod">
          <ac:chgData name="张 文轩" userId="f99d3195cb2c0d15" providerId="LiveId" clId="{01347078-08BC-4EB0-9707-DB775C0B5740}" dt="2019-12-27T07:03:05.390" v="5426" actId="478"/>
          <ac:cxnSpMkLst>
            <pc:docMk/>
            <pc:sldMk cId="321031333" sldId="266"/>
            <ac:cxnSpMk id="54" creationId="{7FD846B2-15F4-4392-83F0-661AD43F53D8}"/>
          </ac:cxnSpMkLst>
        </pc:cxnChg>
        <pc:cxnChg chg="add mod">
          <ac:chgData name="张 文轩" userId="f99d3195cb2c0d15" providerId="LiveId" clId="{01347078-08BC-4EB0-9707-DB775C0B5740}" dt="2019-12-27T07:02:02.231" v="5417" actId="11529"/>
          <ac:cxnSpMkLst>
            <pc:docMk/>
            <pc:sldMk cId="321031333" sldId="266"/>
            <ac:cxnSpMk id="56" creationId="{BE342FB1-4154-499C-9BF7-6748CA1CC61A}"/>
          </ac:cxnSpMkLst>
        </pc:cxnChg>
        <pc:cxnChg chg="add del mod">
          <ac:chgData name="张 文轩" userId="f99d3195cb2c0d15" providerId="LiveId" clId="{01347078-08BC-4EB0-9707-DB775C0B5740}" dt="2019-12-27T07:03:02.434" v="5425" actId="478"/>
          <ac:cxnSpMkLst>
            <pc:docMk/>
            <pc:sldMk cId="321031333" sldId="266"/>
            <ac:cxnSpMk id="57" creationId="{9A4EE86B-DAE9-4604-A40F-2DEFBEEA8219}"/>
          </ac:cxnSpMkLst>
        </pc:cxnChg>
        <pc:cxnChg chg="add mod">
          <ac:chgData name="张 文轩" userId="f99d3195cb2c0d15" providerId="LiveId" clId="{01347078-08BC-4EB0-9707-DB775C0B5740}" dt="2019-12-27T07:02:23.480" v="5420" actId="17032"/>
          <ac:cxnSpMkLst>
            <pc:docMk/>
            <pc:sldMk cId="321031333" sldId="266"/>
            <ac:cxnSpMk id="59" creationId="{5F621DE6-602B-4ECF-BA72-300E7CC3CCA7}"/>
          </ac:cxnSpMkLst>
        </pc:cxnChg>
      </pc:sldChg>
      <pc:sldChg chg="add del">
        <pc:chgData name="张 文轩" userId="f99d3195cb2c0d15" providerId="LiveId" clId="{01347078-08BC-4EB0-9707-DB775C0B5740}" dt="2019-12-20T07:44:50.153" v="3750" actId="47"/>
        <pc:sldMkLst>
          <pc:docMk/>
          <pc:sldMk cId="422634815" sldId="267"/>
        </pc:sldMkLst>
      </pc:sldChg>
      <pc:sldChg chg="modSp add del">
        <pc:chgData name="张 文轩" userId="f99d3195cb2c0d15" providerId="LiveId" clId="{01347078-08BC-4EB0-9707-DB775C0B5740}" dt="2019-12-23T08:53:41.275" v="4926" actId="47"/>
        <pc:sldMkLst>
          <pc:docMk/>
          <pc:sldMk cId="4288742790" sldId="267"/>
        </pc:sldMkLst>
        <pc:spChg chg="mod">
          <ac:chgData name="张 文轩" userId="f99d3195cb2c0d15" providerId="LiveId" clId="{01347078-08BC-4EB0-9707-DB775C0B5740}" dt="2019-12-20T07:45:00.078" v="3767" actId="20577"/>
          <ac:spMkLst>
            <pc:docMk/>
            <pc:sldMk cId="4288742790" sldId="267"/>
            <ac:spMk id="3" creationId="{A2DDD035-DCAE-4944-8C3F-74FB275BE777}"/>
          </ac:spMkLst>
        </pc:spChg>
        <pc:spChg chg="mod">
          <ac:chgData name="张 文轩" userId="f99d3195cb2c0d15" providerId="LiveId" clId="{01347078-08BC-4EB0-9707-DB775C0B5740}" dt="2019-12-20T07:45:07.709" v="3773" actId="20577"/>
          <ac:spMkLst>
            <pc:docMk/>
            <pc:sldMk cId="4288742790" sldId="267"/>
            <ac:spMk id="4" creationId="{03F09025-261B-430C-A5F9-6C31C0BE2DD8}"/>
          </ac:spMkLst>
        </pc:spChg>
      </pc:sldChg>
      <pc:sldChg chg="addSp delSp modSp add del">
        <pc:chgData name="张 文轩" userId="f99d3195cb2c0d15" providerId="LiveId" clId="{01347078-08BC-4EB0-9707-DB775C0B5740}" dt="2020-03-02T07:14:32.675" v="5470" actId="47"/>
        <pc:sldMkLst>
          <pc:docMk/>
          <pc:sldMk cId="528950658" sldId="268"/>
        </pc:sldMkLst>
        <pc:spChg chg="add del mod">
          <ac:chgData name="张 文轩" userId="f99d3195cb2c0d15" providerId="LiveId" clId="{01347078-08BC-4EB0-9707-DB775C0B5740}" dt="2019-12-23T08:50:00.050" v="4872" actId="20577"/>
          <ac:spMkLst>
            <pc:docMk/>
            <pc:sldMk cId="528950658" sldId="268"/>
            <ac:spMk id="3" creationId="{A2DDD035-DCAE-4944-8C3F-74FB275BE777}"/>
          </ac:spMkLst>
        </pc:spChg>
        <pc:spChg chg="mod">
          <ac:chgData name="张 文轩" userId="f99d3195cb2c0d15" providerId="LiveId" clId="{01347078-08BC-4EB0-9707-DB775C0B5740}" dt="2019-12-24T11:14:41.545" v="5272" actId="20577"/>
          <ac:spMkLst>
            <pc:docMk/>
            <pc:sldMk cId="528950658" sldId="268"/>
            <ac:spMk id="4" creationId="{03F09025-261B-430C-A5F9-6C31C0BE2DD8}"/>
          </ac:spMkLst>
        </pc:spChg>
        <pc:spChg chg="add del mod">
          <ac:chgData name="张 文轩" userId="f99d3195cb2c0d15" providerId="LiveId" clId="{01347078-08BC-4EB0-9707-DB775C0B5740}" dt="2019-12-23T08:49:34.895" v="4866" actId="478"/>
          <ac:spMkLst>
            <pc:docMk/>
            <pc:sldMk cId="528950658" sldId="268"/>
            <ac:spMk id="5" creationId="{1C39C24A-AEDF-4199-A02D-0C1E713071A7}"/>
          </ac:spMkLst>
        </pc:spChg>
        <pc:spChg chg="del">
          <ac:chgData name="张 文轩" userId="f99d3195cb2c0d15" providerId="LiveId" clId="{01347078-08BC-4EB0-9707-DB775C0B5740}" dt="2019-12-23T08:49:37.874" v="4867" actId="478"/>
          <ac:spMkLst>
            <pc:docMk/>
            <pc:sldMk cId="528950658" sldId="268"/>
            <ac:spMk id="7" creationId="{9B7FA21E-D2F0-4FE4-9A60-1DCA55AEED7F}"/>
          </ac:spMkLst>
        </pc:spChg>
        <pc:spChg chg="del">
          <ac:chgData name="张 文轩" userId="f99d3195cb2c0d15" providerId="LiveId" clId="{01347078-08BC-4EB0-9707-DB775C0B5740}" dt="2019-12-23T08:49:39.444" v="4868" actId="478"/>
          <ac:spMkLst>
            <pc:docMk/>
            <pc:sldMk cId="528950658" sldId="268"/>
            <ac:spMk id="8" creationId="{75D05045-1216-4957-83DF-E3BDFE10C27D}"/>
          </ac:spMkLst>
        </pc:spChg>
        <pc:spChg chg="del">
          <ac:chgData name="张 文轩" userId="f99d3195cb2c0d15" providerId="LiveId" clId="{01347078-08BC-4EB0-9707-DB775C0B5740}" dt="2019-12-23T08:49:41.041" v="4869" actId="478"/>
          <ac:spMkLst>
            <pc:docMk/>
            <pc:sldMk cId="528950658" sldId="268"/>
            <ac:spMk id="9" creationId="{9AC72E14-55F5-4A6A-9A0C-33795D674B1F}"/>
          </ac:spMkLst>
        </pc:spChg>
        <pc:spChg chg="add del mod">
          <ac:chgData name="张 文轩" userId="f99d3195cb2c0d15" providerId="LiveId" clId="{01347078-08BC-4EB0-9707-DB775C0B5740}" dt="2019-12-23T08:49:46.626" v="4870" actId="478"/>
          <ac:spMkLst>
            <pc:docMk/>
            <pc:sldMk cId="528950658" sldId="268"/>
            <ac:spMk id="10" creationId="{8A5979B0-2C5D-47E1-A3BF-048D5E71B97F}"/>
          </ac:spMkLst>
        </pc:spChg>
        <pc:spChg chg="add mod">
          <ac:chgData name="张 文轩" userId="f99d3195cb2c0d15" providerId="LiveId" clId="{01347078-08BC-4EB0-9707-DB775C0B5740}" dt="2019-12-23T08:51:46.166" v="4923" actId="1076"/>
          <ac:spMkLst>
            <pc:docMk/>
            <pc:sldMk cId="528950658" sldId="268"/>
            <ac:spMk id="11" creationId="{2A432F02-F23A-45BF-B65A-83DF406FB59C}"/>
          </ac:spMkLst>
        </pc:spChg>
      </pc:sldChg>
      <pc:sldChg chg="addSp delSp modSp add mod">
        <pc:chgData name="张 文轩" userId="f99d3195cb2c0d15" providerId="LiveId" clId="{01347078-08BC-4EB0-9707-DB775C0B5740}" dt="2020-03-02T07:51:15.036" v="5921" actId="207"/>
        <pc:sldMkLst>
          <pc:docMk/>
          <pc:sldMk cId="2122761733" sldId="269"/>
        </pc:sldMkLst>
        <pc:spChg chg="mod">
          <ac:chgData name="张 文轩" userId="f99d3195cb2c0d15" providerId="LiveId" clId="{01347078-08BC-4EB0-9707-DB775C0B5740}" dt="2020-01-11T11:06:16.786" v="5448" actId="20577"/>
          <ac:spMkLst>
            <pc:docMk/>
            <pc:sldMk cId="2122761733" sldId="269"/>
            <ac:spMk id="3" creationId="{A2DDD035-DCAE-4944-8C3F-74FB275BE777}"/>
          </ac:spMkLst>
        </pc:spChg>
        <pc:spChg chg="mod">
          <ac:chgData name="张 文轩" userId="f99d3195cb2c0d15" providerId="LiveId" clId="{01347078-08BC-4EB0-9707-DB775C0B5740}" dt="2020-03-02T07:14:51.765" v="5483" actId="20577"/>
          <ac:spMkLst>
            <pc:docMk/>
            <pc:sldMk cId="2122761733" sldId="269"/>
            <ac:spMk id="4" creationId="{03F09025-261B-430C-A5F9-6C31C0BE2DD8}"/>
          </ac:spMkLst>
        </pc:spChg>
        <pc:spChg chg="add mod">
          <ac:chgData name="张 文轩" userId="f99d3195cb2c0d15" providerId="LiveId" clId="{01347078-08BC-4EB0-9707-DB775C0B5740}" dt="2020-03-02T07:51:03.117" v="5919" actId="207"/>
          <ac:spMkLst>
            <pc:docMk/>
            <pc:sldMk cId="2122761733" sldId="269"/>
            <ac:spMk id="6" creationId="{2163D6E5-95BD-440C-BDD3-66B59A4B4E69}"/>
          </ac:spMkLst>
        </pc:spChg>
        <pc:spChg chg="del">
          <ac:chgData name="张 文轩" userId="f99d3195cb2c0d15" providerId="LiveId" clId="{01347078-08BC-4EB0-9707-DB775C0B5740}" dt="2019-12-23T08:50:04.390" v="4873" actId="478"/>
          <ac:spMkLst>
            <pc:docMk/>
            <pc:sldMk cId="2122761733" sldId="269"/>
            <ac:spMk id="7" creationId="{9B7FA21E-D2F0-4FE4-9A60-1DCA55AEED7F}"/>
          </ac:spMkLst>
        </pc:spChg>
        <pc:spChg chg="del">
          <ac:chgData name="张 文轩" userId="f99d3195cb2c0d15" providerId="LiveId" clId="{01347078-08BC-4EB0-9707-DB775C0B5740}" dt="2019-12-23T08:50:05.733" v="4874" actId="478"/>
          <ac:spMkLst>
            <pc:docMk/>
            <pc:sldMk cId="2122761733" sldId="269"/>
            <ac:spMk id="8" creationId="{75D05045-1216-4957-83DF-E3BDFE10C27D}"/>
          </ac:spMkLst>
        </pc:spChg>
        <pc:spChg chg="del">
          <ac:chgData name="张 文轩" userId="f99d3195cb2c0d15" providerId="LiveId" clId="{01347078-08BC-4EB0-9707-DB775C0B5740}" dt="2019-12-23T08:50:07.058" v="4875" actId="478"/>
          <ac:spMkLst>
            <pc:docMk/>
            <pc:sldMk cId="2122761733" sldId="269"/>
            <ac:spMk id="9" creationId="{9AC72E14-55F5-4A6A-9A0C-33795D674B1F}"/>
          </ac:spMkLst>
        </pc:spChg>
        <pc:spChg chg="del">
          <ac:chgData name="张 文轩" userId="f99d3195cb2c0d15" providerId="LiveId" clId="{01347078-08BC-4EB0-9707-DB775C0B5740}" dt="2019-12-23T08:50:08.396" v="4876" actId="478"/>
          <ac:spMkLst>
            <pc:docMk/>
            <pc:sldMk cId="2122761733" sldId="269"/>
            <ac:spMk id="10" creationId="{8A5979B0-2C5D-47E1-A3BF-048D5E71B97F}"/>
          </ac:spMkLst>
        </pc:spChg>
        <pc:spChg chg="add del mod">
          <ac:chgData name="张 文轩" userId="f99d3195cb2c0d15" providerId="LiveId" clId="{01347078-08BC-4EB0-9707-DB775C0B5740}" dt="2019-12-23T08:51:49.152" v="4924" actId="478"/>
          <ac:spMkLst>
            <pc:docMk/>
            <pc:sldMk cId="2122761733" sldId="269"/>
            <ac:spMk id="11" creationId="{7798C820-B6C7-45E5-A939-AA5269345280}"/>
          </ac:spMkLst>
        </pc:spChg>
        <pc:spChg chg="add">
          <ac:chgData name="张 文轩" userId="f99d3195cb2c0d15" providerId="LiveId" clId="{01347078-08BC-4EB0-9707-DB775C0B5740}" dt="2019-12-23T08:51:53.098" v="4925"/>
          <ac:spMkLst>
            <pc:docMk/>
            <pc:sldMk cId="2122761733" sldId="269"/>
            <ac:spMk id="12" creationId="{04E0CEC8-7F1C-4F75-B71D-F06FDB2201FD}"/>
          </ac:spMkLst>
        </pc:spChg>
        <pc:graphicFrameChg chg="add del mod modGraphic">
          <ac:chgData name="张 文轩" userId="f99d3195cb2c0d15" providerId="LiveId" clId="{01347078-08BC-4EB0-9707-DB775C0B5740}" dt="2020-03-02T07:18:20.755" v="5558" actId="478"/>
          <ac:graphicFrameMkLst>
            <pc:docMk/>
            <pc:sldMk cId="2122761733" sldId="269"/>
            <ac:graphicFrameMk id="2" creationId="{AC639BEE-DD90-4F17-A604-DC3E3B484E18}"/>
          </ac:graphicFrameMkLst>
        </pc:graphicFrameChg>
        <pc:graphicFrameChg chg="add mod modGraphic">
          <ac:chgData name="张 文轩" userId="f99d3195cb2c0d15" providerId="LiveId" clId="{01347078-08BC-4EB0-9707-DB775C0B5740}" dt="2020-03-02T07:51:15.036" v="5921" actId="207"/>
          <ac:graphicFrameMkLst>
            <pc:docMk/>
            <pc:sldMk cId="2122761733" sldId="269"/>
            <ac:graphicFrameMk id="7" creationId="{0F076A89-6264-4953-8E13-22E38B16CC71}"/>
          </ac:graphicFrameMkLst>
        </pc:graphicFrameChg>
        <pc:cxnChg chg="add mod">
          <ac:chgData name="张 文轩" userId="f99d3195cb2c0d15" providerId="LiveId" clId="{01347078-08BC-4EB0-9707-DB775C0B5740}" dt="2020-03-02T07:49:52.982" v="5915" actId="11529"/>
          <ac:cxnSpMkLst>
            <pc:docMk/>
            <pc:sldMk cId="2122761733" sldId="269"/>
            <ac:cxnSpMk id="9" creationId="{59B0A379-0824-41EA-956D-A1E93C50F834}"/>
          </ac:cxnSpMkLst>
        </pc:cxnChg>
        <pc:cxnChg chg="add del mod">
          <ac:chgData name="张 文轩" userId="f99d3195cb2c0d15" providerId="LiveId" clId="{01347078-08BC-4EB0-9707-DB775C0B5740}" dt="2020-03-02T07:50:07.438" v="5917" actId="11529"/>
          <ac:cxnSpMkLst>
            <pc:docMk/>
            <pc:sldMk cId="2122761733" sldId="269"/>
            <ac:cxnSpMk id="11" creationId="{E7173A03-2C4C-46C2-9A5E-89FAFEB78549}"/>
          </ac:cxnSpMkLst>
        </pc:cxnChg>
        <pc:cxnChg chg="add mod">
          <ac:chgData name="张 文轩" userId="f99d3195cb2c0d15" providerId="LiveId" clId="{01347078-08BC-4EB0-9707-DB775C0B5740}" dt="2020-03-02T07:50:16.297" v="5918" actId="11529"/>
          <ac:cxnSpMkLst>
            <pc:docMk/>
            <pc:sldMk cId="2122761733" sldId="269"/>
            <ac:cxnSpMk id="14" creationId="{438002AB-A9A9-4C16-8097-EB91A4273E72}"/>
          </ac:cxnSpMkLst>
        </pc:cxnChg>
      </pc:sldChg>
      <pc:sldChg chg="add del">
        <pc:chgData name="张 文轩" userId="f99d3195cb2c0d15" providerId="LiveId" clId="{01347078-08BC-4EB0-9707-DB775C0B5740}" dt="2019-12-24T11:16:25.694" v="5335" actId="47"/>
        <pc:sldMkLst>
          <pc:docMk/>
          <pc:sldMk cId="2311561896" sldId="270"/>
        </pc:sldMkLst>
      </pc:sldChg>
      <pc:sldChg chg="modSp add del">
        <pc:chgData name="张 文轩" userId="f99d3195cb2c0d15" providerId="LiveId" clId="{01347078-08BC-4EB0-9707-DB775C0B5740}" dt="2020-03-02T07:14:33.775" v="5471" actId="47"/>
        <pc:sldMkLst>
          <pc:docMk/>
          <pc:sldMk cId="2547395331" sldId="271"/>
        </pc:sldMkLst>
        <pc:spChg chg="mod">
          <ac:chgData name="张 文轩" userId="f99d3195cb2c0d15" providerId="LiveId" clId="{01347078-08BC-4EB0-9707-DB775C0B5740}" dt="2019-12-27T06:46:45.367" v="5355" actId="20577"/>
          <ac:spMkLst>
            <pc:docMk/>
            <pc:sldMk cId="2547395331" sldId="271"/>
            <ac:spMk id="4" creationId="{03F09025-261B-430C-A5F9-6C31C0BE2DD8}"/>
          </ac:spMkLst>
        </pc:spChg>
      </pc:sldChg>
    </pc:docChg>
  </pc:docChgLst>
  <pc:docChgLst>
    <pc:chgData name="张 文轩" userId="f99d3195cb2c0d15" providerId="LiveId" clId="{2897CD4F-8A15-4AE9-8352-F200C8309F59}"/>
    <pc:docChg chg="undo custSel addSld delSld modSld sldOrd">
      <pc:chgData name="张 文轩" userId="f99d3195cb2c0d15" providerId="LiveId" clId="{2897CD4F-8A15-4AE9-8352-F200C8309F59}" dt="2020-11-26T00:26:04.820" v="1817" actId="14100"/>
      <pc:docMkLst>
        <pc:docMk/>
      </pc:docMkLst>
      <pc:sldChg chg="modSp add del mod">
        <pc:chgData name="张 文轩" userId="f99d3195cb2c0d15" providerId="LiveId" clId="{2897CD4F-8A15-4AE9-8352-F200C8309F59}" dt="2020-11-21T04:24:07.018" v="741" actId="20577"/>
        <pc:sldMkLst>
          <pc:docMk/>
          <pc:sldMk cId="1768941005" sldId="256"/>
        </pc:sldMkLst>
        <pc:spChg chg="mod">
          <ac:chgData name="张 文轩" userId="f99d3195cb2c0d15" providerId="LiveId" clId="{2897CD4F-8A15-4AE9-8352-F200C8309F59}" dt="2020-11-21T04:24:07.018" v="741" actId="20577"/>
          <ac:spMkLst>
            <pc:docMk/>
            <pc:sldMk cId="1768941005" sldId="256"/>
            <ac:spMk id="2" creationId="{5CBBA732-8C0E-4F74-9A64-A8C6AFC939EA}"/>
          </ac:spMkLst>
        </pc:spChg>
        <pc:spChg chg="mod">
          <ac:chgData name="张 文轩" userId="f99d3195cb2c0d15" providerId="LiveId" clId="{2897CD4F-8A15-4AE9-8352-F200C8309F59}" dt="2020-10-22T06:42:13.942" v="257" actId="255"/>
          <ac:spMkLst>
            <pc:docMk/>
            <pc:sldMk cId="1768941005" sldId="256"/>
            <ac:spMk id="3" creationId="{24A9560B-DF9C-484E-9E0A-69AD6889D6DA}"/>
          </ac:spMkLst>
        </pc:spChg>
      </pc:sldChg>
      <pc:sldChg chg="addSp delSp modSp add del mod ord">
        <pc:chgData name="张 文轩" userId="f99d3195cb2c0d15" providerId="LiveId" clId="{2897CD4F-8A15-4AE9-8352-F200C8309F59}" dt="2020-11-23T08:16:31.193" v="1780" actId="1076"/>
        <pc:sldMkLst>
          <pc:docMk/>
          <pc:sldMk cId="831083259" sldId="257"/>
        </pc:sldMkLst>
        <pc:spChg chg="mod">
          <ac:chgData name="张 文轩" userId="f99d3195cb2c0d15" providerId="LiveId" clId="{2897CD4F-8A15-4AE9-8352-F200C8309F59}" dt="2020-11-21T05:13:18.576" v="749" actId="20577"/>
          <ac:spMkLst>
            <pc:docMk/>
            <pc:sldMk cId="831083259" sldId="257"/>
            <ac:spMk id="2" creationId="{6F26C40E-F29B-4329-A72E-38AEA43DFCA5}"/>
          </ac:spMkLst>
        </pc:spChg>
        <pc:spChg chg="add del">
          <ac:chgData name="张 文轩" userId="f99d3195cb2c0d15" providerId="LiveId" clId="{2897CD4F-8A15-4AE9-8352-F200C8309F59}" dt="2020-10-22T06:39:54.749" v="239" actId="478"/>
          <ac:spMkLst>
            <pc:docMk/>
            <pc:sldMk cId="831083259" sldId="257"/>
            <ac:spMk id="3" creationId="{0BD8B4B2-8C52-4E3F-9B73-5B99188B0C61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5" creationId="{EB734740-36A8-470A-957F-B07B0775BA03}"/>
          </ac:spMkLst>
        </pc:spChg>
        <pc:spChg chg="del">
          <ac:chgData name="张 文轩" userId="f99d3195cb2c0d15" providerId="LiveId" clId="{2897CD4F-8A15-4AE9-8352-F200C8309F59}" dt="2020-10-22T06:39:47.222" v="236" actId="478"/>
          <ac:spMkLst>
            <pc:docMk/>
            <pc:sldMk cId="831083259" sldId="257"/>
            <ac:spMk id="6" creationId="{D920AC3B-1D2C-48A8-8C6E-A9FBC971D602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7" creationId="{DB5808EA-CCA4-4A47-B517-B12B6C45BE89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8" creationId="{6C695E82-A16E-464D-BFD1-DF56D135B354}"/>
          </ac:spMkLst>
        </pc:spChg>
        <pc:spChg chg="add del mod">
          <ac:chgData name="张 文轩" userId="f99d3195cb2c0d15" providerId="LiveId" clId="{2897CD4F-8A15-4AE9-8352-F200C8309F59}" dt="2020-10-22T06:39:52.225" v="238" actId="478"/>
          <ac:spMkLst>
            <pc:docMk/>
            <pc:sldMk cId="831083259" sldId="257"/>
            <ac:spMk id="8" creationId="{B1DF2C44-5148-49AA-B386-35912DA41412}"/>
          </ac:spMkLst>
        </pc:spChg>
        <pc:spChg chg="add mod">
          <ac:chgData name="张 文轩" userId="f99d3195cb2c0d15" providerId="LiveId" clId="{2897CD4F-8A15-4AE9-8352-F200C8309F59}" dt="2020-11-21T05:47:09.409" v="1311" actId="20577"/>
          <ac:spMkLst>
            <pc:docMk/>
            <pc:sldMk cId="831083259" sldId="257"/>
            <ac:spMk id="10" creationId="{253B8E5C-0FA0-4EB6-8FC6-86DBE641E246}"/>
          </ac:spMkLst>
        </pc:spChg>
        <pc:spChg chg="del mod">
          <ac:chgData name="张 文轩" userId="f99d3195cb2c0d15" providerId="LiveId" clId="{2897CD4F-8A15-4AE9-8352-F200C8309F59}" dt="2020-10-22T06:38:09.731" v="233" actId="478"/>
          <ac:spMkLst>
            <pc:docMk/>
            <pc:sldMk cId="831083259" sldId="257"/>
            <ac:spMk id="11" creationId="{994F7734-10B3-4E5D-B254-D29FF8301569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11" creationId="{EDD5F58E-CF1F-4364-AED5-4E7E0B6BA019}"/>
          </ac:spMkLst>
        </pc:spChg>
        <pc:spChg chg="mod">
          <ac:chgData name="张 文轩" userId="f99d3195cb2c0d15" providerId="LiveId" clId="{2897CD4F-8A15-4AE9-8352-F200C8309F59}" dt="2020-11-21T05:49:21.361" v="1318"/>
          <ac:spMkLst>
            <pc:docMk/>
            <pc:sldMk cId="831083259" sldId="257"/>
            <ac:spMk id="12" creationId="{6EB664A1-8FCB-4763-A5F7-BD3BF4FF2E66}"/>
          </ac:spMkLst>
        </pc:spChg>
        <pc:spChg chg="del">
          <ac:chgData name="张 文轩" userId="f99d3195cb2c0d15" providerId="LiveId" clId="{2897CD4F-8A15-4AE9-8352-F200C8309F59}" dt="2020-10-22T06:38:11.479" v="234" actId="478"/>
          <ac:spMkLst>
            <pc:docMk/>
            <pc:sldMk cId="831083259" sldId="257"/>
            <ac:spMk id="13" creationId="{C8B7E7E1-9A6B-4B31-96B9-594EC7478C34}"/>
          </ac:spMkLst>
        </pc:spChg>
        <pc:grpChg chg="add mod">
          <ac:chgData name="张 文轩" userId="f99d3195cb2c0d15" providerId="LiveId" clId="{2897CD4F-8A15-4AE9-8352-F200C8309F59}" dt="2020-11-21T05:49:21.361" v="1318"/>
          <ac:grpSpMkLst>
            <pc:docMk/>
            <pc:sldMk cId="831083259" sldId="257"/>
            <ac:grpSpMk id="4" creationId="{BC7CF014-4D5C-4630-A0E3-04ABF4D6BD33}"/>
          </ac:grpSpMkLst>
        </pc:grpChg>
        <pc:grpChg chg="mod">
          <ac:chgData name="张 文轩" userId="f99d3195cb2c0d15" providerId="LiveId" clId="{2897CD4F-8A15-4AE9-8352-F200C8309F59}" dt="2020-11-21T05:49:21.361" v="1318"/>
          <ac:grpSpMkLst>
            <pc:docMk/>
            <pc:sldMk cId="831083259" sldId="257"/>
            <ac:grpSpMk id="6" creationId="{B0764DA4-1E44-4C06-9B08-8BE453E624C6}"/>
          </ac:grpSpMkLst>
        </pc:grpChg>
        <pc:picChg chg="del">
          <ac:chgData name="张 文轩" userId="f99d3195cb2c0d15" providerId="LiveId" clId="{2897CD4F-8A15-4AE9-8352-F200C8309F59}" dt="2020-10-22T06:39:56.249" v="240" actId="478"/>
          <ac:picMkLst>
            <pc:docMk/>
            <pc:sldMk cId="831083259" sldId="257"/>
            <ac:picMk id="4" creationId="{494FD2FB-A75C-4148-A10B-40DAB95BAA9E}"/>
          </ac:picMkLst>
        </pc:picChg>
        <pc:picChg chg="add mod">
          <ac:chgData name="张 文轩" userId="f99d3195cb2c0d15" providerId="LiveId" clId="{2897CD4F-8A15-4AE9-8352-F200C8309F59}" dt="2020-11-23T08:16:31.193" v="1780" actId="1076"/>
          <ac:picMkLst>
            <pc:docMk/>
            <pc:sldMk cId="831083259" sldId="257"/>
            <ac:picMk id="4" creationId="{A4B297C1-F037-4CE9-87E5-843430462031}"/>
          </ac:picMkLst>
        </pc:picChg>
        <pc:picChg chg="del">
          <ac:chgData name="张 文轩" userId="f99d3195cb2c0d15" providerId="LiveId" clId="{2897CD4F-8A15-4AE9-8352-F200C8309F59}" dt="2020-10-22T06:39:57.331" v="241" actId="478"/>
          <ac:picMkLst>
            <pc:docMk/>
            <pc:sldMk cId="831083259" sldId="257"/>
            <ac:picMk id="5" creationId="{26D82FD1-7547-4169-8545-D21C2FA3FDCA}"/>
          </ac:picMkLst>
        </pc:picChg>
        <pc:picChg chg="add del mod">
          <ac:chgData name="张 文轩" userId="f99d3195cb2c0d15" providerId="LiveId" clId="{2897CD4F-8A15-4AE9-8352-F200C8309F59}" dt="2020-11-23T07:58:18.321" v="1745" actId="21"/>
          <ac:picMkLst>
            <pc:docMk/>
            <pc:sldMk cId="831083259" sldId="257"/>
            <ac:picMk id="6" creationId="{EC8BE063-69AC-4A83-B21B-D4CC266428E2}"/>
          </ac:picMkLst>
        </pc:picChg>
        <pc:picChg chg="add mod">
          <ac:chgData name="张 文轩" userId="f99d3195cb2c0d15" providerId="LiveId" clId="{2897CD4F-8A15-4AE9-8352-F200C8309F59}" dt="2020-11-23T08:15:41.806" v="1779" actId="1076"/>
          <ac:picMkLst>
            <pc:docMk/>
            <pc:sldMk cId="831083259" sldId="257"/>
            <ac:picMk id="8" creationId="{97C546E8-179F-4596-9BE9-B762C31AA4C0}"/>
          </ac:picMkLst>
        </pc:picChg>
        <pc:cxnChg chg="mod">
          <ac:chgData name="张 文轩" userId="f99d3195cb2c0d15" providerId="LiveId" clId="{2897CD4F-8A15-4AE9-8352-F200C8309F59}" dt="2020-11-21T05:49:21.361" v="1318"/>
          <ac:cxnSpMkLst>
            <pc:docMk/>
            <pc:sldMk cId="831083259" sldId="257"/>
            <ac:cxnSpMk id="9" creationId="{9C3B19C1-25B8-45DC-BA06-2AC8CC790728}"/>
          </ac:cxnSpMkLst>
        </pc:cxnChg>
      </pc:sldChg>
      <pc:sldChg chg="add del">
        <pc:chgData name="张 文轩" userId="f99d3195cb2c0d15" providerId="LiveId" clId="{2897CD4F-8A15-4AE9-8352-F200C8309F59}" dt="2020-11-21T05:26:31.110" v="936" actId="47"/>
        <pc:sldMkLst>
          <pc:docMk/>
          <pc:sldMk cId="1017540899" sldId="258"/>
        </pc:sldMkLst>
      </pc:sldChg>
      <pc:sldChg chg="del">
        <pc:chgData name="张 文轩" userId="f99d3195cb2c0d15" providerId="LiveId" clId="{2897CD4F-8A15-4AE9-8352-F200C8309F59}" dt="2020-10-21T17:21:33.087" v="1" actId="47"/>
        <pc:sldMkLst>
          <pc:docMk/>
          <pc:sldMk cId="3595787667" sldId="258"/>
        </pc:sldMkLst>
      </pc:sldChg>
      <pc:sldChg chg="del">
        <pc:chgData name="张 文轩" userId="f99d3195cb2c0d15" providerId="LiveId" clId="{2897CD4F-8A15-4AE9-8352-F200C8309F59}" dt="2020-10-21T17:21:31.964" v="0" actId="47"/>
        <pc:sldMkLst>
          <pc:docMk/>
          <pc:sldMk cId="2278365476" sldId="259"/>
        </pc:sldMkLst>
      </pc:sldChg>
      <pc:sldChg chg="modSp add del mod">
        <pc:chgData name="张 文轩" userId="f99d3195cb2c0d15" providerId="LiveId" clId="{2897CD4F-8A15-4AE9-8352-F200C8309F59}" dt="2020-11-21T05:12:54.066" v="745" actId="47"/>
        <pc:sldMkLst>
          <pc:docMk/>
          <pc:sldMk cId="3288908596" sldId="259"/>
        </pc:sldMkLst>
        <pc:spChg chg="mod">
          <ac:chgData name="张 文轩" userId="f99d3195cb2c0d15" providerId="LiveId" clId="{2897CD4F-8A15-4AE9-8352-F200C8309F59}" dt="2020-10-22T06:49:41.435" v="500" actId="20577"/>
          <ac:spMkLst>
            <pc:docMk/>
            <pc:sldMk cId="3288908596" sldId="259"/>
            <ac:spMk id="2" creationId="{6F26C40E-F29B-4329-A72E-38AEA43DFCA5}"/>
          </ac:spMkLst>
        </pc:spChg>
      </pc:sldChg>
      <pc:sldChg chg="del">
        <pc:chgData name="张 文轩" userId="f99d3195cb2c0d15" providerId="LiveId" clId="{2897CD4F-8A15-4AE9-8352-F200C8309F59}" dt="2020-10-21T17:21:34.979" v="5" actId="47"/>
        <pc:sldMkLst>
          <pc:docMk/>
          <pc:sldMk cId="3416796410" sldId="260"/>
        </pc:sldMkLst>
      </pc:sldChg>
      <pc:sldChg chg="modSp add del mod ord">
        <pc:chgData name="张 文轩" userId="f99d3195cb2c0d15" providerId="LiveId" clId="{2897CD4F-8A15-4AE9-8352-F200C8309F59}" dt="2020-11-21T05:12:50.927" v="744" actId="47"/>
        <pc:sldMkLst>
          <pc:docMk/>
          <pc:sldMk cId="3570027129" sldId="260"/>
        </pc:sldMkLst>
        <pc:spChg chg="mod">
          <ac:chgData name="张 文轩" userId="f99d3195cb2c0d15" providerId="LiveId" clId="{2897CD4F-8A15-4AE9-8352-F200C8309F59}" dt="2020-10-22T06:46:44.491" v="483" actId="20577"/>
          <ac:spMkLst>
            <pc:docMk/>
            <pc:sldMk cId="3570027129" sldId="260"/>
            <ac:spMk id="2" creationId="{6F26C40E-F29B-4329-A72E-38AEA43DFCA5}"/>
          </ac:spMkLst>
        </pc:spChg>
      </pc:sldChg>
      <pc:sldChg chg="addSp delSp modSp add del mod">
        <pc:chgData name="张 文轩" userId="f99d3195cb2c0d15" providerId="LiveId" clId="{2897CD4F-8A15-4AE9-8352-F200C8309F59}" dt="2020-11-23T07:31:41.795" v="1731" actId="207"/>
        <pc:sldMkLst>
          <pc:docMk/>
          <pc:sldMk cId="1499674974" sldId="261"/>
        </pc:sldMkLst>
        <pc:spChg chg="mod">
          <ac:chgData name="张 文轩" userId="f99d3195cb2c0d15" providerId="LiveId" clId="{2897CD4F-8A15-4AE9-8352-F200C8309F59}" dt="2020-11-21T05:35:55.036" v="1119" actId="20577"/>
          <ac:spMkLst>
            <pc:docMk/>
            <pc:sldMk cId="1499674974" sldId="261"/>
            <ac:spMk id="2" creationId="{6F26C40E-F29B-4329-A72E-38AEA43DFCA5}"/>
          </ac:spMkLst>
        </pc:spChg>
        <pc:spChg chg="add mod">
          <ac:chgData name="张 文轩" userId="f99d3195cb2c0d15" providerId="LiveId" clId="{2897CD4F-8A15-4AE9-8352-F200C8309F59}" dt="2020-11-23T07:31:39.185" v="1730" actId="207"/>
          <ac:spMkLst>
            <pc:docMk/>
            <pc:sldMk cId="1499674974" sldId="261"/>
            <ac:spMk id="4" creationId="{65FEE5FC-74A8-4DD1-B9F9-814669115DE8}"/>
          </ac:spMkLst>
        </pc:spChg>
        <pc:spChg chg="add mod">
          <ac:chgData name="张 文轩" userId="f99d3195cb2c0d15" providerId="LiveId" clId="{2897CD4F-8A15-4AE9-8352-F200C8309F59}" dt="2020-11-21T05:26:08.326" v="929"/>
          <ac:spMkLst>
            <pc:docMk/>
            <pc:sldMk cId="1499674974" sldId="261"/>
            <ac:spMk id="7" creationId="{07368983-0A76-4577-AA5A-45783399E27E}"/>
          </ac:spMkLst>
        </pc:spChg>
        <pc:spChg chg="mod">
          <ac:chgData name="张 文轩" userId="f99d3195cb2c0d15" providerId="LiveId" clId="{2897CD4F-8A15-4AE9-8352-F200C8309F59}" dt="2020-11-23T07:31:34.873" v="1728" actId="207"/>
          <ac:spMkLst>
            <pc:docMk/>
            <pc:sldMk cId="1499674974" sldId="261"/>
            <ac:spMk id="9" creationId="{66F38E44-2B3F-491F-823C-105D78B6BEB3}"/>
          </ac:spMkLst>
        </pc:spChg>
        <pc:spChg chg="del">
          <ac:chgData name="张 文轩" userId="f99d3195cb2c0d15" providerId="LiveId" clId="{2897CD4F-8A15-4AE9-8352-F200C8309F59}" dt="2020-11-21T05:25:38.356" v="923" actId="478"/>
          <ac:spMkLst>
            <pc:docMk/>
            <pc:sldMk cId="1499674974" sldId="261"/>
            <ac:spMk id="10" creationId="{253B8E5C-0FA0-4EB6-8FC6-86DBE641E246}"/>
          </ac:spMkLst>
        </pc:spChg>
        <pc:spChg chg="mod">
          <ac:chgData name="张 文轩" userId="f99d3195cb2c0d15" providerId="LiveId" clId="{2897CD4F-8A15-4AE9-8352-F200C8309F59}" dt="2020-11-23T07:31:36.978" v="1729" actId="207"/>
          <ac:spMkLst>
            <pc:docMk/>
            <pc:sldMk cId="1499674974" sldId="261"/>
            <ac:spMk id="12" creationId="{A941D5D7-640D-4AA3-8EE0-0528ED8A785A}"/>
          </ac:spMkLst>
        </pc:spChg>
        <pc:spChg chg="mod">
          <ac:chgData name="张 文轩" userId="f99d3195cb2c0d15" providerId="LiveId" clId="{2897CD4F-8A15-4AE9-8352-F200C8309F59}" dt="2020-11-23T07:31:41.795" v="1731" actId="207"/>
          <ac:spMkLst>
            <pc:docMk/>
            <pc:sldMk cId="1499674974" sldId="261"/>
            <ac:spMk id="15" creationId="{A26F2C2A-1570-46C8-AD9D-56E7D3576DD3}"/>
          </ac:spMkLst>
        </pc:spChg>
        <pc:graphicFrameChg chg="add del mod modGraphic">
          <ac:chgData name="张 文轩" userId="f99d3195cb2c0d15" providerId="LiveId" clId="{2897CD4F-8A15-4AE9-8352-F200C8309F59}" dt="2020-11-21T05:43:00.050" v="1190" actId="478"/>
          <ac:graphicFrameMkLst>
            <pc:docMk/>
            <pc:sldMk cId="1499674974" sldId="261"/>
            <ac:graphicFrameMk id="3" creationId="{61A97225-D9F8-45CD-A82B-38D98DBFFEE1}"/>
          </ac:graphicFrameMkLst>
        </pc:graphicFrameChg>
        <pc:picChg chg="add mod">
          <ac:chgData name="张 文轩" userId="f99d3195cb2c0d15" providerId="LiveId" clId="{2897CD4F-8A15-4AE9-8352-F200C8309F59}" dt="2020-11-21T05:43:59.181" v="1201" actId="1076"/>
          <ac:picMkLst>
            <pc:docMk/>
            <pc:sldMk cId="1499674974" sldId="261"/>
            <ac:picMk id="5" creationId="{1B76D17C-54B7-40B6-AED6-806106A5658D}"/>
          </ac:picMkLst>
        </pc:picChg>
        <pc:picChg chg="add del mod">
          <ac:chgData name="张 文轩" userId="f99d3195cb2c0d15" providerId="LiveId" clId="{2897CD4F-8A15-4AE9-8352-F200C8309F59}" dt="2020-11-21T05:25:57.500" v="927" actId="478"/>
          <ac:picMkLst>
            <pc:docMk/>
            <pc:sldMk cId="1499674974" sldId="261"/>
            <ac:picMk id="6" creationId="{AC0E4FE1-4046-42B6-B2C3-40843BD3209E}"/>
          </ac:picMkLst>
        </pc:picChg>
      </pc:sldChg>
      <pc:sldChg chg="del">
        <pc:chgData name="张 文轩" userId="f99d3195cb2c0d15" providerId="LiveId" clId="{2897CD4F-8A15-4AE9-8352-F200C8309F59}" dt="2020-10-21T17:21:33.674" v="3" actId="47"/>
        <pc:sldMkLst>
          <pc:docMk/>
          <pc:sldMk cId="4154789356" sldId="261"/>
        </pc:sldMkLst>
      </pc:sldChg>
      <pc:sldChg chg="del">
        <pc:chgData name="张 文轩" userId="f99d3195cb2c0d15" providerId="LiveId" clId="{2897CD4F-8A15-4AE9-8352-F200C8309F59}" dt="2020-10-21T17:21:34.281" v="4" actId="47"/>
        <pc:sldMkLst>
          <pc:docMk/>
          <pc:sldMk cId="279890617" sldId="262"/>
        </pc:sldMkLst>
      </pc:sldChg>
      <pc:sldChg chg="addSp delSp modSp add mod">
        <pc:chgData name="张 文轩" userId="f99d3195cb2c0d15" providerId="LiveId" clId="{2897CD4F-8A15-4AE9-8352-F200C8309F59}" dt="2020-11-23T07:30:25.814" v="1727" actId="20577"/>
        <pc:sldMkLst>
          <pc:docMk/>
          <pc:sldMk cId="3295466074" sldId="262"/>
        </pc:sldMkLst>
        <pc:spChg chg="mod">
          <ac:chgData name="张 文轩" userId="f99d3195cb2c0d15" providerId="LiveId" clId="{2897CD4F-8A15-4AE9-8352-F200C8309F59}" dt="2020-11-21T05:16:19.742" v="844" actId="20577"/>
          <ac:spMkLst>
            <pc:docMk/>
            <pc:sldMk cId="3295466074" sldId="262"/>
            <ac:spMk id="2" creationId="{6F26C40E-F29B-4329-A72E-38AEA43DFCA5}"/>
          </ac:spMkLst>
        </pc:spChg>
        <pc:spChg chg="add mod">
          <ac:chgData name="张 文轩" userId="f99d3195cb2c0d15" providerId="LiveId" clId="{2897CD4F-8A15-4AE9-8352-F200C8309F59}" dt="2020-11-23T07:30:25.814" v="1727" actId="20577"/>
          <ac:spMkLst>
            <pc:docMk/>
            <pc:sldMk cId="3295466074" sldId="262"/>
            <ac:spMk id="4" creationId="{23CDB486-04D6-4552-BE85-6200EF52C8F9}"/>
          </ac:spMkLst>
        </pc:spChg>
        <pc:spChg chg="del">
          <ac:chgData name="张 文轩" userId="f99d3195cb2c0d15" providerId="LiveId" clId="{2897CD4F-8A15-4AE9-8352-F200C8309F59}" dt="2020-11-21T05:51:18.630" v="1351" actId="478"/>
          <ac:spMkLst>
            <pc:docMk/>
            <pc:sldMk cId="3295466074" sldId="262"/>
            <ac:spMk id="10" creationId="{253B8E5C-0FA0-4EB6-8FC6-86DBE641E246}"/>
          </ac:spMkLst>
        </pc:spChg>
      </pc:sldChg>
      <pc:sldChg chg="del">
        <pc:chgData name="张 文轩" userId="f99d3195cb2c0d15" providerId="LiveId" clId="{2897CD4F-8A15-4AE9-8352-F200C8309F59}" dt="2020-10-21T17:21:35.390" v="7" actId="47"/>
        <pc:sldMkLst>
          <pc:docMk/>
          <pc:sldMk cId="3340439983" sldId="263"/>
        </pc:sldMkLst>
      </pc:sldChg>
      <pc:sldChg chg="modSp add mod">
        <pc:chgData name="张 文轩" userId="f99d3195cb2c0d15" providerId="LiveId" clId="{2897CD4F-8A15-4AE9-8352-F200C8309F59}" dt="2020-11-21T05:25:18.899" v="922" actId="20577"/>
        <pc:sldMkLst>
          <pc:docMk/>
          <pc:sldMk cId="3905351228" sldId="263"/>
        </pc:sldMkLst>
        <pc:spChg chg="mod">
          <ac:chgData name="张 文轩" userId="f99d3195cb2c0d15" providerId="LiveId" clId="{2897CD4F-8A15-4AE9-8352-F200C8309F59}" dt="2020-11-21T05:25:18.899" v="922" actId="20577"/>
          <ac:spMkLst>
            <pc:docMk/>
            <pc:sldMk cId="3905351228" sldId="263"/>
            <ac:spMk id="2" creationId="{6F26C40E-F29B-4329-A72E-38AEA43DFCA5}"/>
          </ac:spMkLst>
        </pc:spChg>
      </pc:sldChg>
      <pc:sldChg chg="new add del">
        <pc:chgData name="张 文轩" userId="f99d3195cb2c0d15" providerId="LiveId" clId="{2897CD4F-8A15-4AE9-8352-F200C8309F59}" dt="2020-11-21T05:26:31.905" v="937" actId="47"/>
        <pc:sldMkLst>
          <pc:docMk/>
          <pc:sldMk cId="1567290836" sldId="264"/>
        </pc:sldMkLst>
      </pc:sldChg>
      <pc:sldChg chg="del">
        <pc:chgData name="张 文轩" userId="f99d3195cb2c0d15" providerId="LiveId" clId="{2897CD4F-8A15-4AE9-8352-F200C8309F59}" dt="2020-10-21T17:21:35.468" v="8" actId="47"/>
        <pc:sldMkLst>
          <pc:docMk/>
          <pc:sldMk cId="3791499111" sldId="264"/>
        </pc:sldMkLst>
      </pc:sldChg>
      <pc:sldChg chg="del">
        <pc:chgData name="张 文轩" userId="f99d3195cb2c0d15" providerId="LiveId" clId="{2897CD4F-8A15-4AE9-8352-F200C8309F59}" dt="2020-10-21T17:21:35.801" v="9" actId="47"/>
        <pc:sldMkLst>
          <pc:docMk/>
          <pc:sldMk cId="2500604045" sldId="265"/>
        </pc:sldMkLst>
      </pc:sldChg>
      <pc:sldChg chg="add del">
        <pc:chgData name="张 文轩" userId="f99d3195cb2c0d15" providerId="LiveId" clId="{2897CD4F-8A15-4AE9-8352-F200C8309F59}" dt="2020-11-21T05:26:32.560" v="938" actId="47"/>
        <pc:sldMkLst>
          <pc:docMk/>
          <pc:sldMk cId="3768330410" sldId="265"/>
        </pc:sldMkLst>
      </pc:sldChg>
      <pc:sldChg chg="del">
        <pc:chgData name="张 文轩" userId="f99d3195cb2c0d15" providerId="LiveId" clId="{2897CD4F-8A15-4AE9-8352-F200C8309F59}" dt="2020-10-21T17:21:33.659" v="2" actId="47"/>
        <pc:sldMkLst>
          <pc:docMk/>
          <pc:sldMk cId="321031333" sldId="266"/>
        </pc:sldMkLst>
      </pc:sldChg>
      <pc:sldChg chg="add">
        <pc:chgData name="张 文轩" userId="f99d3195cb2c0d15" providerId="LiveId" clId="{2897CD4F-8A15-4AE9-8352-F200C8309F59}" dt="2020-10-30T13:46:10.470" v="674"/>
        <pc:sldMkLst>
          <pc:docMk/>
          <pc:sldMk cId="2278365476" sldId="266"/>
        </pc:sldMkLst>
      </pc:sldChg>
      <pc:sldChg chg="addSp delSp modSp add del mod ord">
        <pc:chgData name="张 文轩" userId="f99d3195cb2c0d15" providerId="LiveId" clId="{2897CD4F-8A15-4AE9-8352-F200C8309F59}" dt="2020-11-21T05:51:03.711" v="1350"/>
        <pc:sldMkLst>
          <pc:docMk/>
          <pc:sldMk cId="3595787667" sldId="267"/>
        </pc:sldMkLst>
        <pc:spChg chg="add del">
          <ac:chgData name="张 文轩" userId="f99d3195cb2c0d15" providerId="LiveId" clId="{2897CD4F-8A15-4AE9-8352-F200C8309F59}" dt="2020-11-21T05:50:40.712" v="1344" actId="478"/>
          <ac:spMkLst>
            <pc:docMk/>
            <pc:sldMk cId="3595787667" sldId="267"/>
            <ac:spMk id="2" creationId="{C8D0FF25-24A2-4697-BA97-BB6225F3868C}"/>
          </ac:spMkLst>
        </pc:spChg>
        <pc:spChg chg="add del">
          <ac:chgData name="张 文轩" userId="f99d3195cb2c0d15" providerId="LiveId" clId="{2897CD4F-8A15-4AE9-8352-F200C8309F59}" dt="2020-11-21T05:50:36.115" v="1341" actId="478"/>
          <ac:spMkLst>
            <pc:docMk/>
            <pc:sldMk cId="3595787667" sldId="267"/>
            <ac:spMk id="3" creationId="{C3CC5B89-6486-46DF-A728-3CD112C6ACB9}"/>
          </ac:spMkLst>
        </pc:spChg>
        <pc:spChg chg="add del">
          <ac:chgData name="张 文轩" userId="f99d3195cb2c0d15" providerId="LiveId" clId="{2897CD4F-8A15-4AE9-8352-F200C8309F59}" dt="2020-11-21T05:50:34.110" v="1340" actId="478"/>
          <ac:spMkLst>
            <pc:docMk/>
            <pc:sldMk cId="3595787667" sldId="267"/>
            <ac:spMk id="4" creationId="{0D3203E2-DBFB-4AB4-A0C8-E60904E3E03B}"/>
          </ac:spMkLst>
        </pc:spChg>
        <pc:spChg chg="del">
          <ac:chgData name="张 文轩" userId="f99d3195cb2c0d15" providerId="LiveId" clId="{2897CD4F-8A15-4AE9-8352-F200C8309F59}" dt="2020-11-21T05:50:12.219" v="1326" actId="478"/>
          <ac:spMkLst>
            <pc:docMk/>
            <pc:sldMk cId="3595787667" sldId="267"/>
            <ac:spMk id="6" creationId="{62B96FEE-C5C0-417B-8832-749A22C54BC5}"/>
          </ac:spMkLst>
        </pc:spChg>
        <pc:spChg chg="add del mod">
          <ac:chgData name="张 文轩" userId="f99d3195cb2c0d15" providerId="LiveId" clId="{2897CD4F-8A15-4AE9-8352-F200C8309F59}" dt="2020-11-21T05:50:29.643" v="1337" actId="478"/>
          <ac:spMkLst>
            <pc:docMk/>
            <pc:sldMk cId="3595787667" sldId="267"/>
            <ac:spMk id="7" creationId="{F76FD5AD-629A-4737-8D57-C09C96F6B0A5}"/>
          </ac:spMkLst>
        </pc:spChg>
        <pc:spChg chg="add del mod">
          <ac:chgData name="张 文轩" userId="f99d3195cb2c0d15" providerId="LiveId" clId="{2897CD4F-8A15-4AE9-8352-F200C8309F59}" dt="2020-11-21T05:50:28.115" v="1335" actId="478"/>
          <ac:spMkLst>
            <pc:docMk/>
            <pc:sldMk cId="3595787667" sldId="267"/>
            <ac:spMk id="10" creationId="{E4382F76-3C9A-4E42-A5A2-20C38A97FDB9}"/>
          </ac:spMkLst>
        </pc:spChg>
        <pc:spChg chg="del">
          <ac:chgData name="张 文轩" userId="f99d3195cb2c0d15" providerId="LiveId" clId="{2897CD4F-8A15-4AE9-8352-F200C8309F59}" dt="2020-11-21T05:50:13.449" v="1327" actId="478"/>
          <ac:spMkLst>
            <pc:docMk/>
            <pc:sldMk cId="3595787667" sldId="267"/>
            <ac:spMk id="12" creationId="{5133E9D7-ED3B-4E6F-A250-D4335DC8970A}"/>
          </ac:spMkLst>
        </pc:spChg>
        <pc:spChg chg="del">
          <ac:chgData name="张 文轩" userId="f99d3195cb2c0d15" providerId="LiveId" clId="{2897CD4F-8A15-4AE9-8352-F200C8309F59}" dt="2020-11-21T05:50:43.402" v="1346" actId="478"/>
          <ac:spMkLst>
            <pc:docMk/>
            <pc:sldMk cId="3595787667" sldId="267"/>
            <ac:spMk id="13" creationId="{6FB4E3B9-F28F-4D63-95BD-7CE943BBB3B5}"/>
          </ac:spMkLst>
        </pc:spChg>
        <pc:spChg chg="add del mod">
          <ac:chgData name="张 文轩" userId="f99d3195cb2c0d15" providerId="LiveId" clId="{2897CD4F-8A15-4AE9-8352-F200C8309F59}" dt="2020-11-21T05:50:38.037" v="1342" actId="478"/>
          <ac:spMkLst>
            <pc:docMk/>
            <pc:sldMk cId="3595787667" sldId="267"/>
            <ac:spMk id="18" creationId="{C6FEDA28-A750-4892-9687-36272A2336BC}"/>
          </ac:spMkLst>
        </pc:spChg>
        <pc:spChg chg="add del mod">
          <ac:chgData name="张 文轩" userId="f99d3195cb2c0d15" providerId="LiveId" clId="{2897CD4F-8A15-4AE9-8352-F200C8309F59}" dt="2020-11-21T05:50:42.077" v="1345" actId="478"/>
          <ac:spMkLst>
            <pc:docMk/>
            <pc:sldMk cId="3595787667" sldId="267"/>
            <ac:spMk id="20" creationId="{E9218B47-2C13-4C41-B980-9DB99731308B}"/>
          </ac:spMkLst>
        </pc:spChg>
        <pc:picChg chg="add del">
          <ac:chgData name="张 文轩" userId="f99d3195cb2c0d15" providerId="LiveId" clId="{2897CD4F-8A15-4AE9-8352-F200C8309F59}" dt="2020-11-21T05:50:39.154" v="1343" actId="478"/>
          <ac:picMkLst>
            <pc:docMk/>
            <pc:sldMk cId="3595787667" sldId="267"/>
            <ac:picMk id="16" creationId="{BA69486F-82AC-4B17-B418-60D12E1ABD52}"/>
          </ac:picMkLst>
        </pc:picChg>
        <pc:inkChg chg="del">
          <ac:chgData name="张 文轩" userId="f99d3195cb2c0d15" providerId="LiveId" clId="{2897CD4F-8A15-4AE9-8352-F200C8309F59}" dt="2020-11-21T05:49:58.871" v="1325" actId="478"/>
          <ac:inkMkLst>
            <pc:docMk/>
            <pc:sldMk cId="3595787667" sldId="267"/>
            <ac:inkMk id="11" creationId="{B7BAC52D-4E2A-4B47-A22A-7FBF78EF18B4}"/>
          </ac:inkMkLst>
        </pc:inkChg>
        <pc:inkChg chg="del">
          <ac:chgData name="张 文轩" userId="f99d3195cb2c0d15" providerId="LiveId" clId="{2897CD4F-8A15-4AE9-8352-F200C8309F59}" dt="2020-11-21T05:49:56.433" v="1324" actId="478"/>
          <ac:inkMkLst>
            <pc:docMk/>
            <pc:sldMk cId="3595787667" sldId="267"/>
            <ac:inkMk id="14" creationId="{04E38377-FF8A-4FD1-BF10-77A0C65C8C73}"/>
          </ac:inkMkLst>
        </pc:inkChg>
      </pc:sldChg>
      <pc:sldChg chg="add del">
        <pc:chgData name="张 文轩" userId="f99d3195cb2c0d15" providerId="LiveId" clId="{2897CD4F-8A15-4AE9-8352-F200C8309F59}" dt="2020-11-21T05:49:31.890" v="1321" actId="47"/>
        <pc:sldMkLst>
          <pc:docMk/>
          <pc:sldMk cId="321031333" sldId="268"/>
        </pc:sldMkLst>
      </pc:sldChg>
      <pc:sldChg chg="addSp delSp modSp mod">
        <pc:chgData name="张 文轩" userId="f99d3195cb2c0d15" providerId="LiveId" clId="{2897CD4F-8A15-4AE9-8352-F200C8309F59}" dt="2020-11-23T08:17:39.146" v="1808" actId="20577"/>
        <pc:sldMkLst>
          <pc:docMk/>
          <pc:sldMk cId="3118143486" sldId="268"/>
        </pc:sldMkLst>
        <pc:spChg chg="mod">
          <ac:chgData name="张 文轩" userId="f99d3195cb2c0d15" providerId="LiveId" clId="{2897CD4F-8A15-4AE9-8352-F200C8309F59}" dt="2020-11-23T08:17:39.146" v="1808" actId="20577"/>
          <ac:spMkLst>
            <pc:docMk/>
            <pc:sldMk cId="3118143486" sldId="268"/>
            <ac:spMk id="10" creationId="{253B8E5C-0FA0-4EB6-8FC6-86DBE641E246}"/>
          </ac:spMkLst>
        </pc:spChg>
        <pc:grpChg chg="del">
          <ac:chgData name="张 文轩" userId="f99d3195cb2c0d15" providerId="LiveId" clId="{2897CD4F-8A15-4AE9-8352-F200C8309F59}" dt="2020-11-23T07:58:26.482" v="1748" actId="478"/>
          <ac:grpSpMkLst>
            <pc:docMk/>
            <pc:sldMk cId="3118143486" sldId="268"/>
            <ac:grpSpMk id="4" creationId="{BC7CF014-4D5C-4630-A0E3-04ABF4D6BD33}"/>
          </ac:grpSpMkLst>
        </pc:grpChg>
        <pc:picChg chg="add mod">
          <ac:chgData name="张 文轩" userId="f99d3195cb2c0d15" providerId="LiveId" clId="{2897CD4F-8A15-4AE9-8352-F200C8309F59}" dt="2020-11-23T08:12:52.343" v="1772" actId="14100"/>
          <ac:picMkLst>
            <pc:docMk/>
            <pc:sldMk cId="3118143486" sldId="268"/>
            <ac:picMk id="13" creationId="{73D36270-A701-4B9A-B583-41D64EC24AA2}"/>
          </ac:picMkLst>
        </pc:picChg>
        <pc:picChg chg="add del mod">
          <ac:chgData name="张 文轩" userId="f99d3195cb2c0d15" providerId="LiveId" clId="{2897CD4F-8A15-4AE9-8352-F200C8309F59}" dt="2020-11-23T08:01:13.846" v="1751" actId="478"/>
          <ac:picMkLst>
            <pc:docMk/>
            <pc:sldMk cId="3118143486" sldId="268"/>
            <ac:picMk id="14" creationId="{E7C2BCEA-E20F-4FF1-96E0-26535B8C8169}"/>
          </ac:picMkLst>
        </pc:picChg>
        <pc:picChg chg="add del mod">
          <ac:chgData name="张 文轩" userId="f99d3195cb2c0d15" providerId="LiveId" clId="{2897CD4F-8A15-4AE9-8352-F200C8309F59}" dt="2020-11-23T08:01:41.366" v="1756" actId="478"/>
          <ac:picMkLst>
            <pc:docMk/>
            <pc:sldMk cId="3118143486" sldId="268"/>
            <ac:picMk id="16" creationId="{7BC63D3D-F0F6-4806-B127-B192001779A8}"/>
          </ac:picMkLst>
        </pc:picChg>
        <pc:picChg chg="add mod">
          <ac:chgData name="张 文轩" userId="f99d3195cb2c0d15" providerId="LiveId" clId="{2897CD4F-8A15-4AE9-8352-F200C8309F59}" dt="2020-11-23T08:12:54.118" v="1773" actId="1076"/>
          <ac:picMkLst>
            <pc:docMk/>
            <pc:sldMk cId="3118143486" sldId="268"/>
            <ac:picMk id="18" creationId="{E701EB13-7F49-4A0C-9A62-D7D04364EB7F}"/>
          </ac:picMkLst>
        </pc:picChg>
        <pc:picChg chg="add mod">
          <ac:chgData name="张 文轩" userId="f99d3195cb2c0d15" providerId="LiveId" clId="{2897CD4F-8A15-4AE9-8352-F200C8309F59}" dt="2020-11-23T08:06:37.367" v="1769" actId="1076"/>
          <ac:picMkLst>
            <pc:docMk/>
            <pc:sldMk cId="3118143486" sldId="268"/>
            <ac:picMk id="20" creationId="{9128FB00-99C8-4397-B219-C517F9B902BA}"/>
          </ac:picMkLst>
        </pc:picChg>
        <pc:cxnChg chg="mod">
          <ac:chgData name="张 文轩" userId="f99d3195cb2c0d15" providerId="LiveId" clId="{2897CD4F-8A15-4AE9-8352-F200C8309F59}" dt="2020-11-23T07:58:26.482" v="1748" actId="478"/>
          <ac:cxnSpMkLst>
            <pc:docMk/>
            <pc:sldMk cId="3118143486" sldId="268"/>
            <ac:cxnSpMk id="9" creationId="{9C3B19C1-25B8-45DC-BA06-2AC8CC790728}"/>
          </ac:cxnSpMkLst>
        </pc:cxnChg>
      </pc:sldChg>
      <pc:sldChg chg="del">
        <pc:chgData name="张 文轩" userId="f99d3195cb2c0d15" providerId="LiveId" clId="{2897CD4F-8A15-4AE9-8352-F200C8309F59}" dt="2020-10-21T17:21:35.323" v="6" actId="47"/>
        <pc:sldMkLst>
          <pc:docMk/>
          <pc:sldMk cId="2122761733" sldId="269"/>
        </pc:sldMkLst>
      </pc:sldChg>
      <pc:sldChg chg="add del">
        <pc:chgData name="张 文轩" userId="f99d3195cb2c0d15" providerId="LiveId" clId="{2897CD4F-8A15-4AE9-8352-F200C8309F59}" dt="2020-11-21T05:51:22.875" v="1353" actId="47"/>
        <pc:sldMkLst>
          <pc:docMk/>
          <pc:sldMk cId="3416796410" sldId="269"/>
        </pc:sldMkLst>
      </pc:sldChg>
      <pc:sldChg chg="modSp ord">
        <pc:chgData name="张 文轩" userId="f99d3195cb2c0d15" providerId="LiveId" clId="{2897CD4F-8A15-4AE9-8352-F200C8309F59}" dt="2020-11-23T07:31:55.844" v="1736" actId="207"/>
        <pc:sldMkLst>
          <pc:docMk/>
          <pc:sldMk cId="3835757680" sldId="269"/>
        </pc:sldMkLst>
        <pc:spChg chg="mod">
          <ac:chgData name="张 文轩" userId="f99d3195cb2c0d15" providerId="LiveId" clId="{2897CD4F-8A15-4AE9-8352-F200C8309F59}" dt="2020-11-23T07:31:45.085" v="1732" actId="207"/>
          <ac:spMkLst>
            <pc:docMk/>
            <pc:sldMk cId="3835757680" sldId="269"/>
            <ac:spMk id="7" creationId="{B9280748-03D5-4E5A-B32B-AECD158FAB47}"/>
          </ac:spMkLst>
        </pc:spChg>
        <pc:spChg chg="mod">
          <ac:chgData name="张 文轩" userId="f99d3195cb2c0d15" providerId="LiveId" clId="{2897CD4F-8A15-4AE9-8352-F200C8309F59}" dt="2020-11-23T07:31:47.690" v="1733" actId="207"/>
          <ac:spMkLst>
            <pc:docMk/>
            <pc:sldMk cId="3835757680" sldId="269"/>
            <ac:spMk id="8" creationId="{94CAF8A4-88C9-4413-9A71-6B6863EAE24E}"/>
          </ac:spMkLst>
        </pc:spChg>
        <pc:spChg chg="mod">
          <ac:chgData name="张 文轩" userId="f99d3195cb2c0d15" providerId="LiveId" clId="{2897CD4F-8A15-4AE9-8352-F200C8309F59}" dt="2020-11-23T07:31:49.948" v="1734" actId="207"/>
          <ac:spMkLst>
            <pc:docMk/>
            <pc:sldMk cId="3835757680" sldId="269"/>
            <ac:spMk id="14" creationId="{554C7B89-8894-4A6B-874C-8ECE6BD554DE}"/>
          </ac:spMkLst>
        </pc:spChg>
        <pc:spChg chg="mod">
          <ac:chgData name="张 文轩" userId="f99d3195cb2c0d15" providerId="LiveId" clId="{2897CD4F-8A15-4AE9-8352-F200C8309F59}" dt="2020-11-23T07:31:52.233" v="1735" actId="207"/>
          <ac:spMkLst>
            <pc:docMk/>
            <pc:sldMk cId="3835757680" sldId="269"/>
            <ac:spMk id="16" creationId="{AB88F286-178F-4473-8A1A-6C6F4C60C163}"/>
          </ac:spMkLst>
        </pc:spChg>
        <pc:spChg chg="mod">
          <ac:chgData name="张 文轩" userId="f99d3195cb2c0d15" providerId="LiveId" clId="{2897CD4F-8A15-4AE9-8352-F200C8309F59}" dt="2020-11-23T07:31:55.844" v="1736" actId="207"/>
          <ac:spMkLst>
            <pc:docMk/>
            <pc:sldMk cId="3835757680" sldId="269"/>
            <ac:spMk id="20" creationId="{4091FD82-FC85-4EA1-8A4E-7ECD73266949}"/>
          </ac:spMkLst>
        </pc:spChg>
      </pc:sldChg>
      <pc:sldChg chg="add del">
        <pc:chgData name="张 文轩" userId="f99d3195cb2c0d15" providerId="LiveId" clId="{2897CD4F-8A15-4AE9-8352-F200C8309F59}" dt="2020-11-21T05:51:29.831" v="1354" actId="47"/>
        <pc:sldMkLst>
          <pc:docMk/>
          <pc:sldMk cId="2122761733" sldId="270"/>
        </pc:sldMkLst>
      </pc:sldChg>
      <pc:sldChg chg="addSp modSp mod">
        <pc:chgData name="张 文轩" userId="f99d3195cb2c0d15" providerId="LiveId" clId="{2897CD4F-8A15-4AE9-8352-F200C8309F59}" dt="2020-11-23T07:45:00.836" v="1739" actId="14100"/>
        <pc:sldMkLst>
          <pc:docMk/>
          <pc:sldMk cId="3406235047" sldId="270"/>
        </pc:sldMkLst>
        <pc:spChg chg="mod">
          <ac:chgData name="张 文轩" userId="f99d3195cb2c0d15" providerId="LiveId" clId="{2897CD4F-8A15-4AE9-8352-F200C8309F59}" dt="2020-11-21T12:37:17.893" v="1416" actId="20577"/>
          <ac:spMkLst>
            <pc:docMk/>
            <pc:sldMk cId="3406235047" sldId="270"/>
            <ac:spMk id="2" creationId="{6F26C40E-F29B-4329-A72E-38AEA43DFCA5}"/>
          </ac:spMkLst>
        </pc:spChg>
        <pc:picChg chg="add mod">
          <ac:chgData name="张 文轩" userId="f99d3195cb2c0d15" providerId="LiveId" clId="{2897CD4F-8A15-4AE9-8352-F200C8309F59}" dt="2020-11-23T07:26:32.011" v="1726" actId="1076"/>
          <ac:picMkLst>
            <pc:docMk/>
            <pc:sldMk cId="3406235047" sldId="270"/>
            <ac:picMk id="3" creationId="{956ABF52-16E4-4BE3-AF98-8A0B0EEE3918}"/>
          </ac:picMkLst>
        </pc:picChg>
        <pc:picChg chg="mod ord">
          <ac:chgData name="张 文轩" userId="f99d3195cb2c0d15" providerId="LiveId" clId="{2897CD4F-8A15-4AE9-8352-F200C8309F59}" dt="2020-11-23T07:24:12.205" v="1722" actId="171"/>
          <ac:picMkLst>
            <pc:docMk/>
            <pc:sldMk cId="3406235047" sldId="270"/>
            <ac:picMk id="4" creationId="{84DBC692-DD7F-449F-825B-573968626C2A}"/>
          </ac:picMkLst>
        </pc:picChg>
        <pc:picChg chg="add mod ord">
          <ac:chgData name="张 文轩" userId="f99d3195cb2c0d15" providerId="LiveId" clId="{2897CD4F-8A15-4AE9-8352-F200C8309F59}" dt="2020-11-23T07:45:00.836" v="1739" actId="14100"/>
          <ac:picMkLst>
            <pc:docMk/>
            <pc:sldMk cId="3406235047" sldId="270"/>
            <ac:picMk id="5" creationId="{A6AE8E55-2773-402B-B24D-A9065BCCA256}"/>
          </ac:picMkLst>
        </pc:picChg>
      </pc:sldChg>
      <pc:sldChg chg="addSp delSp modSp mod">
        <pc:chgData name="张 文轩" userId="f99d3195cb2c0d15" providerId="LiveId" clId="{2897CD4F-8A15-4AE9-8352-F200C8309F59}" dt="2020-11-23T06:59:39.593" v="1694" actId="1076"/>
        <pc:sldMkLst>
          <pc:docMk/>
          <pc:sldMk cId="3215106746" sldId="271"/>
        </pc:sldMkLst>
        <pc:spChg chg="add mod">
          <ac:chgData name="张 文轩" userId="f99d3195cb2c0d15" providerId="LiveId" clId="{2897CD4F-8A15-4AE9-8352-F200C8309F59}" dt="2020-11-23T06:53:21.404" v="1667"/>
          <ac:spMkLst>
            <pc:docMk/>
            <pc:sldMk cId="3215106746" sldId="271"/>
            <ac:spMk id="9" creationId="{7C6A9D4B-5EBF-476C-A9B7-BC2A8ED2386E}"/>
          </ac:spMkLst>
        </pc:spChg>
        <pc:spChg chg="del">
          <ac:chgData name="张 文轩" userId="f99d3195cb2c0d15" providerId="LiveId" clId="{2897CD4F-8A15-4AE9-8352-F200C8309F59}" dt="2020-11-21T16:54:22.413" v="1417"/>
          <ac:spMkLst>
            <pc:docMk/>
            <pc:sldMk cId="3215106746" sldId="271"/>
            <ac:spMk id="10" creationId="{253B8E5C-0FA0-4EB6-8FC6-86DBE641E246}"/>
          </ac:spMkLst>
        </pc:spChg>
        <pc:spChg chg="add mod">
          <ac:chgData name="张 文轩" userId="f99d3195cb2c0d15" providerId="LiveId" clId="{2897CD4F-8A15-4AE9-8352-F200C8309F59}" dt="2020-11-23T06:56:14.303" v="1671" actId="1076"/>
          <ac:spMkLst>
            <pc:docMk/>
            <pc:sldMk cId="3215106746" sldId="271"/>
            <ac:spMk id="10" creationId="{F612FD05-C6F9-41EF-BCE7-9063379DA78C}"/>
          </ac:spMkLst>
        </pc:spChg>
        <pc:spChg chg="add mod">
          <ac:chgData name="张 文轩" userId="f99d3195cb2c0d15" providerId="LiveId" clId="{2897CD4F-8A15-4AE9-8352-F200C8309F59}" dt="2020-11-23T06:59:39.593" v="1694" actId="1076"/>
          <ac:spMkLst>
            <pc:docMk/>
            <pc:sldMk cId="3215106746" sldId="271"/>
            <ac:spMk id="13" creationId="{92DFF929-73D0-4E53-B62D-34C2FC400572}"/>
          </ac:spMkLst>
        </pc:spChg>
        <pc:picChg chg="del mod">
          <ac:chgData name="张 文轩" userId="f99d3195cb2c0d15" providerId="LiveId" clId="{2897CD4F-8A15-4AE9-8352-F200C8309F59}" dt="2020-11-23T06:17:29.744" v="1427" actId="478"/>
          <ac:picMkLst>
            <pc:docMk/>
            <pc:sldMk cId="3215106746" sldId="271"/>
            <ac:picMk id="4" creationId="{DF1AD20A-7349-44BA-8188-C1B3CFC41826}"/>
          </ac:picMkLst>
        </pc:picChg>
        <pc:picChg chg="add mod">
          <ac:chgData name="张 文轩" userId="f99d3195cb2c0d15" providerId="LiveId" clId="{2897CD4F-8A15-4AE9-8352-F200C8309F59}" dt="2020-11-23T06:47:30.170" v="1617" actId="14100"/>
          <ac:picMkLst>
            <pc:docMk/>
            <pc:sldMk cId="3215106746" sldId="271"/>
            <ac:picMk id="5" creationId="{61E035BE-6195-46EC-946A-64113DE3CAFC}"/>
          </ac:picMkLst>
        </pc:picChg>
        <pc:picChg chg="add del mod">
          <ac:chgData name="张 文轩" userId="f99d3195cb2c0d15" providerId="LiveId" clId="{2897CD4F-8A15-4AE9-8352-F200C8309F59}" dt="2020-11-23T06:17:07.956" v="1425" actId="931"/>
          <ac:picMkLst>
            <pc:docMk/>
            <pc:sldMk cId="3215106746" sldId="271"/>
            <ac:picMk id="6" creationId="{C64C4DD1-AF70-4C0B-805B-7F99598A4BCC}"/>
          </ac:picMkLst>
        </pc:picChg>
        <pc:picChg chg="add del mod">
          <ac:chgData name="张 文轩" userId="f99d3195cb2c0d15" providerId="LiveId" clId="{2897CD4F-8A15-4AE9-8352-F200C8309F59}" dt="2020-11-23T06:52:29.559" v="1651" actId="478"/>
          <ac:picMkLst>
            <pc:docMk/>
            <pc:sldMk cId="3215106746" sldId="271"/>
            <ac:picMk id="8" creationId="{C6C302EF-88AF-48DE-BFA9-DE9A0849CB11}"/>
          </ac:picMkLst>
        </pc:picChg>
        <pc:picChg chg="add mod">
          <ac:chgData name="张 文轩" userId="f99d3195cb2c0d15" providerId="LiveId" clId="{2897CD4F-8A15-4AE9-8352-F200C8309F59}" dt="2020-11-23T06:54:50.032" v="1670" actId="14100"/>
          <ac:picMkLst>
            <pc:docMk/>
            <pc:sldMk cId="3215106746" sldId="271"/>
            <ac:picMk id="12" creationId="{983D8726-B331-4E91-8008-FE5DCA1589B1}"/>
          </ac:picMkLst>
        </pc:picChg>
      </pc:sldChg>
      <pc:sldChg chg="modSp">
        <pc:chgData name="张 文轩" userId="f99d3195cb2c0d15" providerId="LiveId" clId="{2897CD4F-8A15-4AE9-8352-F200C8309F59}" dt="2020-11-26T00:10:33.703" v="1812" actId="20577"/>
        <pc:sldMkLst>
          <pc:docMk/>
          <pc:sldMk cId="1541715926" sldId="272"/>
        </pc:sldMkLst>
        <pc:spChg chg="mod">
          <ac:chgData name="张 文轩" userId="f99d3195cb2c0d15" providerId="LiveId" clId="{2897CD4F-8A15-4AE9-8352-F200C8309F59}" dt="2020-11-26T00:10:33.703" v="1812" actId="20577"/>
          <ac:spMkLst>
            <pc:docMk/>
            <pc:sldMk cId="1541715926" sldId="272"/>
            <ac:spMk id="16" creationId="{311DE74D-0AF5-48AF-A4C0-0CBC63AEB557}"/>
          </ac:spMkLst>
        </pc:spChg>
      </pc:sldChg>
      <pc:sldChg chg="delSp mod">
        <pc:chgData name="张 文轩" userId="f99d3195cb2c0d15" providerId="LiveId" clId="{2897CD4F-8A15-4AE9-8352-F200C8309F59}" dt="2020-11-23T07:54:29.689" v="1740" actId="478"/>
        <pc:sldMkLst>
          <pc:docMk/>
          <pc:sldMk cId="3327623750" sldId="273"/>
        </pc:sldMkLst>
        <pc:spChg chg="del">
          <ac:chgData name="张 文轩" userId="f99d3195cb2c0d15" providerId="LiveId" clId="{2897CD4F-8A15-4AE9-8352-F200C8309F59}" dt="2020-11-23T07:54:29.689" v="1740" actId="478"/>
          <ac:spMkLst>
            <pc:docMk/>
            <pc:sldMk cId="3327623750" sldId="273"/>
            <ac:spMk id="10" creationId="{253B8E5C-0FA0-4EB6-8FC6-86DBE641E246}"/>
          </ac:spMkLst>
        </pc:spChg>
      </pc:sldChg>
      <pc:sldChg chg="modSp mod">
        <pc:chgData name="张 文轩" userId="f99d3195cb2c0d15" providerId="LiveId" clId="{2897CD4F-8A15-4AE9-8352-F200C8309F59}" dt="2020-11-26T00:26:04.820" v="1817" actId="14100"/>
        <pc:sldMkLst>
          <pc:docMk/>
          <pc:sldMk cId="1199786319" sldId="276"/>
        </pc:sldMkLst>
        <pc:graphicFrameChg chg="mod modGraphic">
          <ac:chgData name="张 文轩" userId="f99d3195cb2c0d15" providerId="LiveId" clId="{2897CD4F-8A15-4AE9-8352-F200C8309F59}" dt="2020-11-26T00:26:04.820" v="1817" actId="14100"/>
          <ac:graphicFrameMkLst>
            <pc:docMk/>
            <pc:sldMk cId="1199786319" sldId="276"/>
            <ac:graphicFrameMk id="20" creationId="{18A74BB6-F4F4-4AE4-A8FD-FAB1CDC9A6EA}"/>
          </ac:graphicFrameMkLst>
        </pc:graphicFrameChg>
      </pc:sldChg>
    </pc:docChg>
  </pc:docChgLst>
  <pc:docChgLst>
    <pc:chgData name="张 文轩" userId="f99d3195cb2c0d15" providerId="LiveId" clId="{ACB6889A-49B5-469F-A666-524A13055516}"/>
    <pc:docChg chg="undo custSel addSld delSld modSld">
      <pc:chgData name="张 文轩" userId="f99d3195cb2c0d15" providerId="LiveId" clId="{ACB6889A-49B5-469F-A666-524A13055516}" dt="2020-12-01T07:26:36.795" v="4219" actId="20577"/>
      <pc:docMkLst>
        <pc:docMk/>
      </pc:docMkLst>
      <pc:sldChg chg="modSp mod">
        <pc:chgData name="张 文轩" userId="f99d3195cb2c0d15" providerId="LiveId" clId="{ACB6889A-49B5-469F-A666-524A13055516}" dt="2020-11-21T14:13:20.155" v="59" actId="20577"/>
        <pc:sldMkLst>
          <pc:docMk/>
          <pc:sldMk cId="1768941005" sldId="256"/>
        </pc:sldMkLst>
        <pc:spChg chg="mod">
          <ac:chgData name="张 文轩" userId="f99d3195cb2c0d15" providerId="LiveId" clId="{ACB6889A-49B5-469F-A666-524A13055516}" dt="2020-11-21T14:13:20.155" v="59" actId="20577"/>
          <ac:spMkLst>
            <pc:docMk/>
            <pc:sldMk cId="1768941005" sldId="256"/>
            <ac:spMk id="2" creationId="{5CBBA732-8C0E-4F74-9A64-A8C6AFC939EA}"/>
          </ac:spMkLst>
        </pc:spChg>
        <pc:spChg chg="mod">
          <ac:chgData name="张 文轩" userId="f99d3195cb2c0d15" providerId="LiveId" clId="{ACB6889A-49B5-469F-A666-524A13055516}" dt="2020-11-21T14:12:40.873" v="54" actId="20577"/>
          <ac:spMkLst>
            <pc:docMk/>
            <pc:sldMk cId="1768941005" sldId="256"/>
            <ac:spMk id="3" creationId="{24A9560B-DF9C-484E-9E0A-69AD6889D6DA}"/>
          </ac:spMkLst>
        </pc:spChg>
      </pc:sldChg>
      <pc:sldChg chg="addSp delSp modSp mod">
        <pc:chgData name="张 文轩" userId="f99d3195cb2c0d15" providerId="LiveId" clId="{ACB6889A-49B5-469F-A666-524A13055516}" dt="2020-11-25T01:39:57.495" v="4083" actId="207"/>
        <pc:sldMkLst>
          <pc:docMk/>
          <pc:sldMk cId="831083259" sldId="257"/>
        </pc:sldMkLst>
        <pc:spChg chg="mod">
          <ac:chgData name="张 文轩" userId="f99d3195cb2c0d15" providerId="LiveId" clId="{ACB6889A-49B5-469F-A666-524A13055516}" dt="2020-11-25T01:39:57.495" v="4083" actId="207"/>
          <ac:spMkLst>
            <pc:docMk/>
            <pc:sldMk cId="831083259" sldId="257"/>
            <ac:spMk id="10" creationId="{253B8E5C-0FA0-4EB6-8FC6-86DBE641E246}"/>
          </ac:spMkLst>
        </pc:spChg>
        <pc:spChg chg="add mod">
          <ac:chgData name="张 文轩" userId="f99d3195cb2c0d15" providerId="LiveId" clId="{ACB6889A-49B5-469F-A666-524A13055516}" dt="2020-11-24T12:43:38.043" v="3508" actId="1076"/>
          <ac:spMkLst>
            <pc:docMk/>
            <pc:sldMk cId="831083259" sldId="257"/>
            <ac:spMk id="16" creationId="{81264AFB-CB08-445F-8F5B-714DD8ABD629}"/>
          </ac:spMkLst>
        </pc:spChg>
        <pc:picChg chg="mod">
          <ac:chgData name="张 文轩" userId="f99d3195cb2c0d15" providerId="LiveId" clId="{ACB6889A-49B5-469F-A666-524A13055516}" dt="2020-11-24T12:42:31.803" v="3499" actId="14100"/>
          <ac:picMkLst>
            <pc:docMk/>
            <pc:sldMk cId="831083259" sldId="257"/>
            <ac:picMk id="4" creationId="{A4B297C1-F037-4CE9-87E5-843430462031}"/>
          </ac:picMkLst>
        </pc:picChg>
        <pc:picChg chg="add del mod">
          <ac:chgData name="张 文轩" userId="f99d3195cb2c0d15" providerId="LiveId" clId="{ACB6889A-49B5-469F-A666-524A13055516}" dt="2020-11-24T08:41:52.188" v="1794" actId="478"/>
          <ac:picMkLst>
            <pc:docMk/>
            <pc:sldMk cId="831083259" sldId="257"/>
            <ac:picMk id="5" creationId="{C5154BDD-BC7E-4FAD-AAF5-228A3FAA7972}"/>
          </ac:picMkLst>
        </pc:picChg>
        <pc:picChg chg="add del mod">
          <ac:chgData name="张 文轩" userId="f99d3195cb2c0d15" providerId="LiveId" clId="{ACB6889A-49B5-469F-A666-524A13055516}" dt="2020-11-24T08:42:04.510" v="1796" actId="478"/>
          <ac:picMkLst>
            <pc:docMk/>
            <pc:sldMk cId="831083259" sldId="257"/>
            <ac:picMk id="7" creationId="{55741FD2-5826-4CCC-A81A-DAEF53978FC3}"/>
          </ac:picMkLst>
        </pc:picChg>
        <pc:picChg chg="mod">
          <ac:chgData name="张 文轩" userId="f99d3195cb2c0d15" providerId="LiveId" clId="{ACB6889A-49B5-469F-A666-524A13055516}" dt="2020-11-24T12:42:43.267" v="3501" actId="1076"/>
          <ac:picMkLst>
            <pc:docMk/>
            <pc:sldMk cId="831083259" sldId="257"/>
            <ac:picMk id="8" creationId="{97C546E8-179F-4596-9BE9-B762C31AA4C0}"/>
          </ac:picMkLst>
        </pc:picChg>
        <pc:picChg chg="add del mod">
          <ac:chgData name="张 文轩" userId="f99d3195cb2c0d15" providerId="LiveId" clId="{ACB6889A-49B5-469F-A666-524A13055516}" dt="2020-11-24T08:42:14.919" v="1798" actId="478"/>
          <ac:picMkLst>
            <pc:docMk/>
            <pc:sldMk cId="831083259" sldId="257"/>
            <ac:picMk id="11" creationId="{B9C87564-1A62-4901-826D-F02FB9CAE6F7}"/>
          </ac:picMkLst>
        </pc:picChg>
        <pc:picChg chg="add mod">
          <ac:chgData name="张 文轩" userId="f99d3195cb2c0d15" providerId="LiveId" clId="{ACB6889A-49B5-469F-A666-524A13055516}" dt="2020-11-24T12:43:33.451" v="3507" actId="1076"/>
          <ac:picMkLst>
            <pc:docMk/>
            <pc:sldMk cId="831083259" sldId="257"/>
            <ac:picMk id="13" creationId="{9DD8E6F8-483F-4BF6-8F43-0CF2250BCE4C}"/>
          </ac:picMkLst>
        </pc:picChg>
        <pc:picChg chg="add mod">
          <ac:chgData name="张 文轩" userId="f99d3195cb2c0d15" providerId="LiveId" clId="{ACB6889A-49B5-469F-A666-524A13055516}" dt="2020-11-24T12:42:38.099" v="3500" actId="1076"/>
          <ac:picMkLst>
            <pc:docMk/>
            <pc:sldMk cId="831083259" sldId="257"/>
            <ac:picMk id="15" creationId="{BC26670C-9579-472C-B6A0-806C2161C01C}"/>
          </ac:picMkLst>
        </pc:picChg>
      </pc:sldChg>
      <pc:sldChg chg="addSp modSp mod">
        <pc:chgData name="张 文轩" userId="f99d3195cb2c0d15" providerId="LiveId" clId="{ACB6889A-49B5-469F-A666-524A13055516}" dt="2020-11-25T07:01:41.022" v="4134" actId="1036"/>
        <pc:sldMkLst>
          <pc:docMk/>
          <pc:sldMk cId="1499674974" sldId="261"/>
        </pc:sldMkLst>
        <pc:spChg chg="mod">
          <ac:chgData name="张 文轩" userId="f99d3195cb2c0d15" providerId="LiveId" clId="{ACB6889A-49B5-469F-A666-524A13055516}" dt="2020-11-25T01:37:01.988" v="4039" actId="207"/>
          <ac:spMkLst>
            <pc:docMk/>
            <pc:sldMk cId="1499674974" sldId="261"/>
            <ac:spMk id="4" creationId="{65FEE5FC-74A8-4DD1-B9F9-814669115DE8}"/>
          </ac:spMkLst>
        </pc:spChg>
        <pc:spChg chg="mod">
          <ac:chgData name="张 文轩" userId="f99d3195cb2c0d15" providerId="LiveId" clId="{ACB6889A-49B5-469F-A666-524A13055516}" dt="2020-11-21T14:22:18.718" v="186" actId="1076"/>
          <ac:spMkLst>
            <pc:docMk/>
            <pc:sldMk cId="1499674974" sldId="261"/>
            <ac:spMk id="7" creationId="{07368983-0A76-4577-AA5A-45783399E27E}"/>
          </ac:spMkLst>
        </pc:spChg>
        <pc:spChg chg="mod">
          <ac:chgData name="张 文轩" userId="f99d3195cb2c0d15" providerId="LiveId" clId="{ACB6889A-49B5-469F-A666-524A13055516}" dt="2020-11-24T06:29:33.208" v="1174" actId="14100"/>
          <ac:spMkLst>
            <pc:docMk/>
            <pc:sldMk cId="1499674974" sldId="261"/>
            <ac:spMk id="9" creationId="{66F38E44-2B3F-491F-823C-105D78B6BEB3}"/>
          </ac:spMkLst>
        </pc:spChg>
        <pc:spChg chg="add mod">
          <ac:chgData name="张 文轩" userId="f99d3195cb2c0d15" providerId="LiveId" clId="{ACB6889A-49B5-469F-A666-524A13055516}" dt="2020-11-25T07:01:31.704" v="4128" actId="1076"/>
          <ac:spMkLst>
            <pc:docMk/>
            <pc:sldMk cId="1499674974" sldId="261"/>
            <ac:spMk id="13" creationId="{8348F020-B27C-4185-9D41-7B1A9DA57C87}"/>
          </ac:spMkLst>
        </pc:spChg>
        <pc:spChg chg="mod">
          <ac:chgData name="张 文轩" userId="f99d3195cb2c0d15" providerId="LiveId" clId="{ACB6889A-49B5-469F-A666-524A13055516}" dt="2020-11-21T14:22:38.210" v="188" actId="20577"/>
          <ac:spMkLst>
            <pc:docMk/>
            <pc:sldMk cId="1499674974" sldId="261"/>
            <ac:spMk id="15" creationId="{A26F2C2A-1570-46C8-AD9D-56E7D3576DD3}"/>
          </ac:spMkLst>
        </pc:spChg>
        <pc:spChg chg="mod">
          <ac:chgData name="张 文轩" userId="f99d3195cb2c0d15" providerId="LiveId" clId="{ACB6889A-49B5-469F-A666-524A13055516}" dt="2020-11-21T14:22:33.481" v="187" actId="1076"/>
          <ac:spMkLst>
            <pc:docMk/>
            <pc:sldMk cId="1499674974" sldId="261"/>
            <ac:spMk id="18" creationId="{44AF34AA-F9AD-42CC-8867-05B493017B38}"/>
          </ac:spMkLst>
        </pc:spChg>
        <pc:cxnChg chg="add mod">
          <ac:chgData name="张 文轩" userId="f99d3195cb2c0d15" providerId="LiveId" clId="{ACB6889A-49B5-469F-A666-524A13055516}" dt="2020-11-25T07:01:41.022" v="4134" actId="1036"/>
          <ac:cxnSpMkLst>
            <pc:docMk/>
            <pc:sldMk cId="1499674974" sldId="261"/>
            <ac:cxnSpMk id="6" creationId="{175DB482-80C7-4F84-A4E9-138A48C5C944}"/>
          </ac:cxnSpMkLst>
        </pc:cxnChg>
      </pc:sldChg>
      <pc:sldChg chg="modSp mod">
        <pc:chgData name="张 文轩" userId="f99d3195cb2c0d15" providerId="LiveId" clId="{ACB6889A-49B5-469F-A666-524A13055516}" dt="2020-11-21T14:26:33.145" v="205" actId="207"/>
        <pc:sldMkLst>
          <pc:docMk/>
          <pc:sldMk cId="3295466074" sldId="262"/>
        </pc:sldMkLst>
        <pc:spChg chg="mod">
          <ac:chgData name="张 文轩" userId="f99d3195cb2c0d15" providerId="LiveId" clId="{ACB6889A-49B5-469F-A666-524A13055516}" dt="2020-10-22T08:55:29.760" v="40" actId="20577"/>
          <ac:spMkLst>
            <pc:docMk/>
            <pc:sldMk cId="3295466074" sldId="262"/>
            <ac:spMk id="2" creationId="{6F26C40E-F29B-4329-A72E-38AEA43DFCA5}"/>
          </ac:spMkLst>
        </pc:spChg>
        <pc:spChg chg="mod">
          <ac:chgData name="张 文轩" userId="f99d3195cb2c0d15" providerId="LiveId" clId="{ACB6889A-49B5-469F-A666-524A13055516}" dt="2020-11-21T14:26:28.673" v="204" actId="207"/>
          <ac:spMkLst>
            <pc:docMk/>
            <pc:sldMk cId="3295466074" sldId="262"/>
            <ac:spMk id="4" creationId="{23CDB486-04D6-4552-BE85-6200EF52C8F9}"/>
          </ac:spMkLst>
        </pc:spChg>
        <pc:spChg chg="mod">
          <ac:chgData name="张 文轩" userId="f99d3195cb2c0d15" providerId="LiveId" clId="{ACB6889A-49B5-469F-A666-524A13055516}" dt="2020-11-21T14:26:33.145" v="205" actId="207"/>
          <ac:spMkLst>
            <pc:docMk/>
            <pc:sldMk cId="3295466074" sldId="262"/>
            <ac:spMk id="12" creationId="{4E31A777-4642-426F-8233-8EAEF3DA7446}"/>
          </ac:spMkLst>
        </pc:spChg>
      </pc:sldChg>
      <pc:sldChg chg="addSp delSp modSp mod">
        <pc:chgData name="张 文轩" userId="f99d3195cb2c0d15" providerId="LiveId" clId="{ACB6889A-49B5-469F-A666-524A13055516}" dt="2020-11-21T16:05:35.515" v="1161" actId="1076"/>
        <pc:sldMkLst>
          <pc:docMk/>
          <pc:sldMk cId="3905351228" sldId="263"/>
        </pc:sldMkLst>
        <pc:spChg chg="mod">
          <ac:chgData name="张 文轩" userId="f99d3195cb2c0d15" providerId="LiveId" clId="{ACB6889A-49B5-469F-A666-524A13055516}" dt="2020-11-21T14:54:32.433" v="411" actId="20577"/>
          <ac:spMkLst>
            <pc:docMk/>
            <pc:sldMk cId="3905351228" sldId="263"/>
            <ac:spMk id="2" creationId="{6F26C40E-F29B-4329-A72E-38AEA43DFCA5}"/>
          </ac:spMkLst>
        </pc:spChg>
        <pc:spChg chg="add mod">
          <ac:chgData name="张 文轩" userId="f99d3195cb2c0d15" providerId="LiveId" clId="{ACB6889A-49B5-469F-A666-524A13055516}" dt="2020-11-21T15:44:42.713" v="942" actId="1076"/>
          <ac:spMkLst>
            <pc:docMk/>
            <pc:sldMk cId="3905351228" sldId="263"/>
            <ac:spMk id="4" creationId="{15FCAAF3-A5F3-492E-B388-E3026181AB89}"/>
          </ac:spMkLst>
        </pc:spChg>
        <pc:spChg chg="add mod">
          <ac:chgData name="张 文轩" userId="f99d3195cb2c0d15" providerId="LiveId" clId="{ACB6889A-49B5-469F-A666-524A13055516}" dt="2020-11-21T16:05:04.616" v="1159" actId="1076"/>
          <ac:spMkLst>
            <pc:docMk/>
            <pc:sldMk cId="3905351228" sldId="263"/>
            <ac:spMk id="5" creationId="{4584AA72-CB15-4733-9EA3-1A3E410A3075}"/>
          </ac:spMkLst>
        </pc:spChg>
        <pc:spChg chg="add del mod">
          <ac:chgData name="张 文轩" userId="f99d3195cb2c0d15" providerId="LiveId" clId="{ACB6889A-49B5-469F-A666-524A13055516}" dt="2020-11-21T14:59:30.621" v="459" actId="478"/>
          <ac:spMkLst>
            <pc:docMk/>
            <pc:sldMk cId="3905351228" sldId="263"/>
            <ac:spMk id="6" creationId="{AA26920B-6C22-444C-8197-29AE2A87286B}"/>
          </ac:spMkLst>
        </pc:spChg>
        <pc:spChg chg="add del mod">
          <ac:chgData name="张 文轩" userId="f99d3195cb2c0d15" providerId="LiveId" clId="{ACB6889A-49B5-469F-A666-524A13055516}" dt="2020-11-21T15:00:19.220" v="461" actId="478"/>
          <ac:spMkLst>
            <pc:docMk/>
            <pc:sldMk cId="3905351228" sldId="263"/>
            <ac:spMk id="7" creationId="{F810C5B5-D5AE-41BF-84B4-8028D952B848}"/>
          </ac:spMkLst>
        </pc:spChg>
        <pc:spChg chg="add del mod">
          <ac:chgData name="张 文轩" userId="f99d3195cb2c0d15" providerId="LiveId" clId="{ACB6889A-49B5-469F-A666-524A13055516}" dt="2020-11-21T15:00:19.220" v="461" actId="478"/>
          <ac:spMkLst>
            <pc:docMk/>
            <pc:sldMk cId="3905351228" sldId="263"/>
            <ac:spMk id="8" creationId="{39B901A1-61D6-42A9-94D8-CE4B13975F66}"/>
          </ac:spMkLst>
        </pc:spChg>
        <pc:spChg chg="add del mod">
          <ac:chgData name="张 文轩" userId="f99d3195cb2c0d15" providerId="LiveId" clId="{ACB6889A-49B5-469F-A666-524A13055516}" dt="2020-11-21T15:00:21.738" v="462" actId="478"/>
          <ac:spMkLst>
            <pc:docMk/>
            <pc:sldMk cId="3905351228" sldId="263"/>
            <ac:spMk id="9" creationId="{5C1842EA-CC5D-4121-9658-979E76491139}"/>
          </ac:spMkLst>
        </pc:spChg>
        <pc:spChg chg="del">
          <ac:chgData name="张 文轩" userId="f99d3195cb2c0d15" providerId="LiveId" clId="{ACB6889A-49B5-469F-A666-524A13055516}" dt="2020-11-21T14:46:46.778" v="206" actId="478"/>
          <ac:spMkLst>
            <pc:docMk/>
            <pc:sldMk cId="3905351228" sldId="263"/>
            <ac:spMk id="10" creationId="{253B8E5C-0FA0-4EB6-8FC6-86DBE641E246}"/>
          </ac:spMkLst>
        </pc:spChg>
        <pc:spChg chg="add del mod">
          <ac:chgData name="张 文轩" userId="f99d3195cb2c0d15" providerId="LiveId" clId="{ACB6889A-49B5-469F-A666-524A13055516}" dt="2020-11-21T15:02:01.674" v="467" actId="478"/>
          <ac:spMkLst>
            <pc:docMk/>
            <pc:sldMk cId="3905351228" sldId="263"/>
            <ac:spMk id="12" creationId="{3FB8F672-5E32-476A-9D98-B4EC2D0B94EC}"/>
          </ac:spMkLst>
        </pc:spChg>
        <pc:spChg chg="add mod">
          <ac:chgData name="张 文轩" userId="f99d3195cb2c0d15" providerId="LiveId" clId="{ACB6889A-49B5-469F-A666-524A13055516}" dt="2020-11-21T16:05:01.906" v="1157" actId="1076"/>
          <ac:spMkLst>
            <pc:docMk/>
            <pc:sldMk cId="3905351228" sldId="263"/>
            <ac:spMk id="13" creationId="{03FFD942-1A4D-4263-87C8-FE87DC8B297B}"/>
          </ac:spMkLst>
        </pc:spChg>
        <pc:spChg chg="add del mod">
          <ac:chgData name="张 文轩" userId="f99d3195cb2c0d15" providerId="LiveId" clId="{ACB6889A-49B5-469F-A666-524A13055516}" dt="2020-11-21T15:39:15.914" v="910" actId="478"/>
          <ac:spMkLst>
            <pc:docMk/>
            <pc:sldMk cId="3905351228" sldId="263"/>
            <ac:spMk id="16" creationId="{44D8281E-7B1E-435A-A6F2-862A112E6B36}"/>
          </ac:spMkLst>
        </pc:spChg>
        <pc:spChg chg="add del mod">
          <ac:chgData name="张 文轩" userId="f99d3195cb2c0d15" providerId="LiveId" clId="{ACB6889A-49B5-469F-A666-524A13055516}" dt="2020-11-21T15:40:04.874" v="921" actId="478"/>
          <ac:spMkLst>
            <pc:docMk/>
            <pc:sldMk cId="3905351228" sldId="263"/>
            <ac:spMk id="17" creationId="{E93EE941-83CA-41DE-AA32-52AA59623C4E}"/>
          </ac:spMkLst>
        </pc:spChg>
        <pc:spChg chg="add del mod">
          <ac:chgData name="张 文轩" userId="f99d3195cb2c0d15" providerId="LiveId" clId="{ACB6889A-49B5-469F-A666-524A13055516}" dt="2020-11-21T15:41:43.353" v="928" actId="478"/>
          <ac:spMkLst>
            <pc:docMk/>
            <pc:sldMk cId="3905351228" sldId="263"/>
            <ac:spMk id="18" creationId="{ED9335A3-B5D2-4BA8-AF61-C12D4C506B9A}"/>
          </ac:spMkLst>
        </pc:spChg>
        <pc:spChg chg="add del mod">
          <ac:chgData name="张 文轩" userId="f99d3195cb2c0d15" providerId="LiveId" clId="{ACB6889A-49B5-469F-A666-524A13055516}" dt="2020-11-21T15:41:56.619" v="932" actId="478"/>
          <ac:spMkLst>
            <pc:docMk/>
            <pc:sldMk cId="3905351228" sldId="263"/>
            <ac:spMk id="19" creationId="{546F6311-3013-4B92-B8BA-6296C77A584B}"/>
          </ac:spMkLst>
        </pc:spChg>
        <pc:spChg chg="add del mod">
          <ac:chgData name="张 文轩" userId="f99d3195cb2c0d15" providerId="LiveId" clId="{ACB6889A-49B5-469F-A666-524A13055516}" dt="2020-11-21T15:45:00.621" v="948" actId="478"/>
          <ac:spMkLst>
            <pc:docMk/>
            <pc:sldMk cId="3905351228" sldId="263"/>
            <ac:spMk id="20" creationId="{0BA4BAE1-B38A-4860-BC29-4D8714E9B252}"/>
          </ac:spMkLst>
        </pc:spChg>
        <pc:spChg chg="add del mod">
          <ac:chgData name="张 文轩" userId="f99d3195cb2c0d15" providerId="LiveId" clId="{ACB6889A-49B5-469F-A666-524A13055516}" dt="2020-11-21T15:44:58.654" v="947" actId="478"/>
          <ac:spMkLst>
            <pc:docMk/>
            <pc:sldMk cId="3905351228" sldId="263"/>
            <ac:spMk id="21" creationId="{E3DF49F8-89DE-49D8-8CB5-8ED9E9543456}"/>
          </ac:spMkLst>
        </pc:spChg>
        <pc:spChg chg="add mod">
          <ac:chgData name="张 文轩" userId="f99d3195cb2c0d15" providerId="LiveId" clId="{ACB6889A-49B5-469F-A666-524A13055516}" dt="2020-11-21T16:05:35.515" v="1161" actId="1076"/>
          <ac:spMkLst>
            <pc:docMk/>
            <pc:sldMk cId="3905351228" sldId="263"/>
            <ac:spMk id="22" creationId="{A1A2BAF4-3F9D-4D45-8FBD-1FEF7E0DB420}"/>
          </ac:spMkLst>
        </pc:spChg>
        <pc:spChg chg="add mod">
          <ac:chgData name="张 文轩" userId="f99d3195cb2c0d15" providerId="LiveId" clId="{ACB6889A-49B5-469F-A666-524A13055516}" dt="2020-11-21T16:04:35.871" v="1150" actId="1076"/>
          <ac:spMkLst>
            <pc:docMk/>
            <pc:sldMk cId="3905351228" sldId="263"/>
            <ac:spMk id="23" creationId="{FA4D6678-0923-4C51-BA3D-D4532787545D}"/>
          </ac:spMkLst>
        </pc:spChg>
        <pc:graphicFrameChg chg="add mod modGraphic">
          <ac:chgData name="张 文轩" userId="f99d3195cb2c0d15" providerId="LiveId" clId="{ACB6889A-49B5-469F-A666-524A13055516}" dt="2020-11-21T15:44:25.227" v="939" actId="14100"/>
          <ac:graphicFrameMkLst>
            <pc:docMk/>
            <pc:sldMk cId="3905351228" sldId="263"/>
            <ac:graphicFrameMk id="11" creationId="{7EDB64A2-26DD-4039-8DE9-7A907F243D1A}"/>
          </ac:graphicFrameMkLst>
        </pc:graphicFrameChg>
        <pc:graphicFrameChg chg="add mod modGraphic">
          <ac:chgData name="张 文轩" userId="f99d3195cb2c0d15" providerId="LiveId" clId="{ACB6889A-49B5-469F-A666-524A13055516}" dt="2020-11-21T15:44:19.630" v="938" actId="1076"/>
          <ac:graphicFrameMkLst>
            <pc:docMk/>
            <pc:sldMk cId="3905351228" sldId="263"/>
            <ac:graphicFrameMk id="14" creationId="{D6212D61-177F-4511-92AF-2C3788FE6187}"/>
          </ac:graphicFrameMkLst>
        </pc:graphicFrameChg>
        <pc:graphicFrameChg chg="add mod modGraphic">
          <ac:chgData name="张 文轩" userId="f99d3195cb2c0d15" providerId="LiveId" clId="{ACB6889A-49B5-469F-A666-524A13055516}" dt="2020-11-21T15:44:13.103" v="937"/>
          <ac:graphicFrameMkLst>
            <pc:docMk/>
            <pc:sldMk cId="3905351228" sldId="263"/>
            <ac:graphicFrameMk id="15" creationId="{6495AE60-CEDE-4CA8-894D-CD3C10AC8E50}"/>
          </ac:graphicFrameMkLst>
        </pc:graphicFrameChg>
      </pc:sldChg>
      <pc:sldChg chg="del">
        <pc:chgData name="张 文轩" userId="f99d3195cb2c0d15" providerId="LiveId" clId="{ACB6889A-49B5-469F-A666-524A13055516}" dt="2020-11-21T15:53:20.514" v="1001" actId="47"/>
        <pc:sldMkLst>
          <pc:docMk/>
          <pc:sldMk cId="3595787667" sldId="267"/>
        </pc:sldMkLst>
      </pc:sldChg>
      <pc:sldChg chg="addSp delSp modSp mod">
        <pc:chgData name="张 文轩" userId="f99d3195cb2c0d15" providerId="LiveId" clId="{ACB6889A-49B5-469F-A666-524A13055516}" dt="2020-11-25T01:41:13.555" v="4098" actId="1076"/>
        <pc:sldMkLst>
          <pc:docMk/>
          <pc:sldMk cId="3118143486" sldId="268"/>
        </pc:sldMkLst>
        <pc:spChg chg="add mod">
          <ac:chgData name="张 文轩" userId="f99d3195cb2c0d15" providerId="LiveId" clId="{ACB6889A-49B5-469F-A666-524A13055516}" dt="2020-11-25T01:40:54.320" v="4090" actId="1076"/>
          <ac:spMkLst>
            <pc:docMk/>
            <pc:sldMk cId="3118143486" sldId="268"/>
            <ac:spMk id="8" creationId="{5D169266-432A-4F8B-8040-30B2DEC91EB3}"/>
          </ac:spMkLst>
        </pc:spChg>
        <pc:spChg chg="mod">
          <ac:chgData name="张 文轩" userId="f99d3195cb2c0d15" providerId="LiveId" clId="{ACB6889A-49B5-469F-A666-524A13055516}" dt="2020-11-25T01:40:07.609" v="4085" actId="1076"/>
          <ac:spMkLst>
            <pc:docMk/>
            <pc:sldMk cId="3118143486" sldId="268"/>
            <ac:spMk id="10" creationId="{253B8E5C-0FA0-4EB6-8FC6-86DBE641E246}"/>
          </ac:spMkLst>
        </pc:spChg>
        <pc:picChg chg="add del mod">
          <ac:chgData name="张 文轩" userId="f99d3195cb2c0d15" providerId="LiveId" clId="{ACB6889A-49B5-469F-A666-524A13055516}" dt="2020-11-24T12:48:37.367" v="3513" actId="478"/>
          <ac:picMkLst>
            <pc:docMk/>
            <pc:sldMk cId="3118143486" sldId="268"/>
            <ac:picMk id="4" creationId="{24638905-3B83-4BD3-B7A8-BF0002054C96}"/>
          </ac:picMkLst>
        </pc:picChg>
        <pc:picChg chg="add del mod">
          <ac:chgData name="张 文轩" userId="f99d3195cb2c0d15" providerId="LiveId" clId="{ACB6889A-49B5-469F-A666-524A13055516}" dt="2020-11-25T01:39:41.799" v="4082" actId="478"/>
          <ac:picMkLst>
            <pc:docMk/>
            <pc:sldMk cId="3118143486" sldId="268"/>
            <ac:picMk id="6" creationId="{0D8FC45D-4363-442C-9656-77CEE7F29C14}"/>
          </ac:picMkLst>
        </pc:picChg>
        <pc:picChg chg="mod">
          <ac:chgData name="张 文轩" userId="f99d3195cb2c0d15" providerId="LiveId" clId="{ACB6889A-49B5-469F-A666-524A13055516}" dt="2020-11-25T01:41:05.115" v="4096" actId="1076"/>
          <ac:picMkLst>
            <pc:docMk/>
            <pc:sldMk cId="3118143486" sldId="268"/>
            <ac:picMk id="13" creationId="{73D36270-A701-4B9A-B583-41D64EC24AA2}"/>
          </ac:picMkLst>
        </pc:picChg>
        <pc:picChg chg="mod">
          <ac:chgData name="张 文轩" userId="f99d3195cb2c0d15" providerId="LiveId" clId="{ACB6889A-49B5-469F-A666-524A13055516}" dt="2020-11-25T01:41:07.170" v="4097" actId="1076"/>
          <ac:picMkLst>
            <pc:docMk/>
            <pc:sldMk cId="3118143486" sldId="268"/>
            <ac:picMk id="18" creationId="{E701EB13-7F49-4A0C-9A62-D7D04364EB7F}"/>
          </ac:picMkLst>
        </pc:picChg>
        <pc:picChg chg="mod">
          <ac:chgData name="张 文轩" userId="f99d3195cb2c0d15" providerId="LiveId" clId="{ACB6889A-49B5-469F-A666-524A13055516}" dt="2020-11-25T01:41:13.555" v="4098" actId="1076"/>
          <ac:picMkLst>
            <pc:docMk/>
            <pc:sldMk cId="3118143486" sldId="268"/>
            <ac:picMk id="20" creationId="{9128FB00-99C8-4397-B219-C517F9B902BA}"/>
          </ac:picMkLst>
        </pc:picChg>
      </pc:sldChg>
      <pc:sldChg chg="addSp delSp modSp mod">
        <pc:chgData name="张 文轩" userId="f99d3195cb2c0d15" providerId="LiveId" clId="{ACB6889A-49B5-469F-A666-524A13055516}" dt="2020-11-24T13:27:50.996" v="3677" actId="20577"/>
        <pc:sldMkLst>
          <pc:docMk/>
          <pc:sldMk cId="3835757680" sldId="269"/>
        </pc:sldMkLst>
        <pc:spChg chg="mod">
          <ac:chgData name="张 文轩" userId="f99d3195cb2c0d15" providerId="LiveId" clId="{ACB6889A-49B5-469F-A666-524A13055516}" dt="2020-11-21T14:23:16.828" v="189" actId="113"/>
          <ac:spMkLst>
            <pc:docMk/>
            <pc:sldMk cId="3835757680" sldId="269"/>
            <ac:spMk id="5" creationId="{B5623CF2-4651-43ED-887F-68A7940E6579}"/>
          </ac:spMkLst>
        </pc:spChg>
        <pc:spChg chg="mod">
          <ac:chgData name="张 文轩" userId="f99d3195cb2c0d15" providerId="LiveId" clId="{ACB6889A-49B5-469F-A666-524A13055516}" dt="2020-11-24T13:27:50.996" v="3677" actId="20577"/>
          <ac:spMkLst>
            <pc:docMk/>
            <pc:sldMk cId="3835757680" sldId="269"/>
            <ac:spMk id="7" creationId="{B9280748-03D5-4E5A-B32B-AECD158FAB47}"/>
          </ac:spMkLst>
        </pc:spChg>
        <pc:spChg chg="mod">
          <ac:chgData name="张 文轩" userId="f99d3195cb2c0d15" providerId="LiveId" clId="{ACB6889A-49B5-469F-A666-524A13055516}" dt="2020-11-24T11:21:15.739" v="2542" actId="20577"/>
          <ac:spMkLst>
            <pc:docMk/>
            <pc:sldMk cId="3835757680" sldId="269"/>
            <ac:spMk id="8" creationId="{94CAF8A4-88C9-4413-9A71-6B6863EAE24E}"/>
          </ac:spMkLst>
        </pc:spChg>
        <pc:spChg chg="mod">
          <ac:chgData name="张 文轩" userId="f99d3195cb2c0d15" providerId="LiveId" clId="{ACB6889A-49B5-469F-A666-524A13055516}" dt="2020-11-21T14:23:19.312" v="190" actId="113"/>
          <ac:spMkLst>
            <pc:docMk/>
            <pc:sldMk cId="3835757680" sldId="269"/>
            <ac:spMk id="9" creationId="{B84EF8C6-763D-426A-A04C-13A2ED74982B}"/>
          </ac:spMkLst>
        </pc:spChg>
        <pc:spChg chg="add del mod">
          <ac:chgData name="张 文轩" userId="f99d3195cb2c0d15" providerId="LiveId" clId="{ACB6889A-49B5-469F-A666-524A13055516}" dt="2020-11-24T13:21:50.839" v="3623" actId="478"/>
          <ac:spMkLst>
            <pc:docMk/>
            <pc:sldMk cId="3835757680" sldId="269"/>
            <ac:spMk id="10" creationId="{93D85214-B8B6-47CA-B8AF-B37125898063}"/>
          </ac:spMkLst>
        </pc:spChg>
        <pc:spChg chg="mod">
          <ac:chgData name="张 文轩" userId="f99d3195cb2c0d15" providerId="LiveId" clId="{ACB6889A-49B5-469F-A666-524A13055516}" dt="2020-11-21T14:23:43.172" v="193" actId="14100"/>
          <ac:spMkLst>
            <pc:docMk/>
            <pc:sldMk cId="3835757680" sldId="269"/>
            <ac:spMk id="16" creationId="{AB88F286-178F-4473-8A1A-6C6F4C60C163}"/>
          </ac:spMkLst>
        </pc:spChg>
        <pc:spChg chg="mod">
          <ac:chgData name="张 文轩" userId="f99d3195cb2c0d15" providerId="LiveId" clId="{ACB6889A-49B5-469F-A666-524A13055516}" dt="2020-11-21T14:24:03.555" v="195" actId="1076"/>
          <ac:spMkLst>
            <pc:docMk/>
            <pc:sldMk cId="3835757680" sldId="269"/>
            <ac:spMk id="20" creationId="{4091FD82-FC85-4EA1-8A4E-7ECD73266949}"/>
          </ac:spMkLst>
        </pc:spChg>
      </pc:sldChg>
      <pc:sldChg chg="addSp delSp modSp mod">
        <pc:chgData name="张 文轩" userId="f99d3195cb2c0d15" providerId="LiveId" clId="{ACB6889A-49B5-469F-A666-524A13055516}" dt="2020-11-21T16:38:22.949" v="1163" actId="1076"/>
        <pc:sldMkLst>
          <pc:docMk/>
          <pc:sldMk cId="3406235047" sldId="270"/>
        </pc:sldMkLst>
        <pc:spChg chg="del">
          <ac:chgData name="张 文轩" userId="f99d3195cb2c0d15" providerId="LiveId" clId="{ACB6889A-49B5-469F-A666-524A13055516}" dt="2020-11-21T16:38:10.887" v="1162"/>
          <ac:spMkLst>
            <pc:docMk/>
            <pc:sldMk cId="3406235047" sldId="270"/>
            <ac:spMk id="10" creationId="{253B8E5C-0FA0-4EB6-8FC6-86DBE641E246}"/>
          </ac:spMkLst>
        </pc:spChg>
        <pc:picChg chg="add mod">
          <ac:chgData name="张 文轩" userId="f99d3195cb2c0d15" providerId="LiveId" clId="{ACB6889A-49B5-469F-A666-524A13055516}" dt="2020-11-21T16:38:22.949" v="1163" actId="1076"/>
          <ac:picMkLst>
            <pc:docMk/>
            <pc:sldMk cId="3406235047" sldId="270"/>
            <ac:picMk id="4" creationId="{84DBC692-DD7F-449F-825B-573968626C2A}"/>
          </ac:picMkLst>
        </pc:picChg>
      </pc:sldChg>
      <pc:sldChg chg="addSp modSp add mod">
        <pc:chgData name="张 文轩" userId="f99d3195cb2c0d15" providerId="LiveId" clId="{ACB6889A-49B5-469F-A666-524A13055516}" dt="2020-12-01T07:26:36.795" v="4219" actId="20577"/>
        <pc:sldMkLst>
          <pc:docMk/>
          <pc:sldMk cId="3215106746" sldId="271"/>
        </pc:sldMkLst>
        <pc:spChg chg="mod">
          <ac:chgData name="张 文轩" userId="f99d3195cb2c0d15" providerId="LiveId" clId="{ACB6889A-49B5-469F-A666-524A13055516}" dt="2020-11-21T15:51:43.347" v="962" actId="20577"/>
          <ac:spMkLst>
            <pc:docMk/>
            <pc:sldMk cId="3215106746" sldId="271"/>
            <ac:spMk id="2" creationId="{6F26C40E-F29B-4329-A72E-38AEA43DFCA5}"/>
          </ac:spMkLst>
        </pc:spChg>
        <pc:spChg chg="mod">
          <ac:chgData name="张 文轩" userId="f99d3195cb2c0d15" providerId="LiveId" clId="{ACB6889A-49B5-469F-A666-524A13055516}" dt="2020-12-01T07:26:36.795" v="4219" actId="20577"/>
          <ac:spMkLst>
            <pc:docMk/>
            <pc:sldMk cId="3215106746" sldId="271"/>
            <ac:spMk id="10" creationId="{F612FD05-C6F9-41EF-BCE7-9063379DA78C}"/>
          </ac:spMkLst>
        </pc:spChg>
        <pc:picChg chg="add mod">
          <ac:chgData name="张 文轩" userId="f99d3195cb2c0d15" providerId="LiveId" clId="{ACB6889A-49B5-469F-A666-524A13055516}" dt="2020-11-21T15:53:16.531" v="1000"/>
          <ac:picMkLst>
            <pc:docMk/>
            <pc:sldMk cId="3215106746" sldId="271"/>
            <ac:picMk id="4" creationId="{DF1AD20A-7349-44BA-8188-C1B3CFC41826}"/>
          </ac:picMkLst>
        </pc:picChg>
        <pc:picChg chg="mod">
          <ac:chgData name="张 文轩" userId="f99d3195cb2c0d15" providerId="LiveId" clId="{ACB6889A-49B5-469F-A666-524A13055516}" dt="2020-12-01T07:26:29.823" v="4218" actId="14100"/>
          <ac:picMkLst>
            <pc:docMk/>
            <pc:sldMk cId="3215106746" sldId="271"/>
            <ac:picMk id="5" creationId="{61E035BE-6195-46EC-946A-64113DE3CAFC}"/>
          </ac:picMkLst>
        </pc:picChg>
      </pc:sldChg>
      <pc:sldChg chg="addSp delSp modSp add mod">
        <pc:chgData name="张 文轩" userId="f99d3195cb2c0d15" providerId="LiveId" clId="{ACB6889A-49B5-469F-A666-524A13055516}" dt="2020-12-01T07:07:38.992" v="4216" actId="20577"/>
        <pc:sldMkLst>
          <pc:docMk/>
          <pc:sldMk cId="1541715926" sldId="272"/>
        </pc:sldMkLst>
        <pc:spChg chg="mod">
          <ac:chgData name="张 文轩" userId="f99d3195cb2c0d15" providerId="LiveId" clId="{ACB6889A-49B5-469F-A666-524A13055516}" dt="2020-11-24T08:36:36.562" v="1771" actId="20577"/>
          <ac:spMkLst>
            <pc:docMk/>
            <pc:sldMk cId="1541715926" sldId="272"/>
            <ac:spMk id="2" creationId="{6F26C40E-F29B-4329-A72E-38AEA43DFCA5}"/>
          </ac:spMkLst>
        </pc:spChg>
        <pc:spChg chg="add del mod">
          <ac:chgData name="张 文轩" userId="f99d3195cb2c0d15" providerId="LiveId" clId="{ACB6889A-49B5-469F-A666-524A13055516}" dt="2020-11-24T07:38:14.050" v="1199" actId="478"/>
          <ac:spMkLst>
            <pc:docMk/>
            <pc:sldMk cId="1541715926" sldId="272"/>
            <ac:spMk id="4" creationId="{D46A962F-2A43-4C23-B09D-1B4DC93D0002}"/>
          </ac:spMkLst>
        </pc:spChg>
        <pc:spChg chg="add mod">
          <ac:chgData name="张 文轩" userId="f99d3195cb2c0d15" providerId="LiveId" clId="{ACB6889A-49B5-469F-A666-524A13055516}" dt="2020-11-24T07:54:39.759" v="1519" actId="207"/>
          <ac:spMkLst>
            <pc:docMk/>
            <pc:sldMk cId="1541715926" sldId="272"/>
            <ac:spMk id="5" creationId="{AD13B6A5-663C-4053-A53B-E434F91D9A5C}"/>
          </ac:spMkLst>
        </pc:spChg>
        <pc:spChg chg="add del mod">
          <ac:chgData name="张 文轩" userId="f99d3195cb2c0d15" providerId="LiveId" clId="{ACB6889A-49B5-469F-A666-524A13055516}" dt="2020-11-24T07:50:01.173" v="1420" actId="478"/>
          <ac:spMkLst>
            <pc:docMk/>
            <pc:sldMk cId="1541715926" sldId="272"/>
            <ac:spMk id="6" creationId="{18F1DD48-1DA1-469A-8260-A5951A856F98}"/>
          </ac:spMkLst>
        </pc:spChg>
        <pc:spChg chg="add del mod">
          <ac:chgData name="张 文轩" userId="f99d3195cb2c0d15" providerId="LiveId" clId="{ACB6889A-49B5-469F-A666-524A13055516}" dt="2020-11-24T07:50:01.173" v="1420" actId="478"/>
          <ac:spMkLst>
            <pc:docMk/>
            <pc:sldMk cId="1541715926" sldId="272"/>
            <ac:spMk id="7" creationId="{BD1C4079-0ED8-4A54-84E7-21428110D3EB}"/>
          </ac:spMkLst>
        </pc:spChg>
        <pc:spChg chg="add mod">
          <ac:chgData name="张 文轩" userId="f99d3195cb2c0d15" providerId="LiveId" clId="{ACB6889A-49B5-469F-A666-524A13055516}" dt="2020-11-24T07:52:01.218" v="1446" actId="207"/>
          <ac:spMkLst>
            <pc:docMk/>
            <pc:sldMk cId="1541715926" sldId="272"/>
            <ac:spMk id="8" creationId="{8153F4D0-01E1-430F-B8F5-3F4E9D5F1A33}"/>
          </ac:spMkLst>
        </pc:spChg>
        <pc:spChg chg="add mod">
          <ac:chgData name="张 文轩" userId="f99d3195cb2c0d15" providerId="LiveId" clId="{ACB6889A-49B5-469F-A666-524A13055516}" dt="2020-11-24T13:32:56.935" v="3753" actId="20577"/>
          <ac:spMkLst>
            <pc:docMk/>
            <pc:sldMk cId="1541715926" sldId="272"/>
            <ac:spMk id="9" creationId="{B404C861-FA16-451B-97D7-16CEF46B9AD4}"/>
          </ac:spMkLst>
        </pc:spChg>
        <pc:spChg chg="del">
          <ac:chgData name="张 文轩" userId="f99d3195cb2c0d15" providerId="LiveId" clId="{ACB6889A-49B5-469F-A666-524A13055516}" dt="2020-11-24T07:38:03.523" v="1196" actId="478"/>
          <ac:spMkLst>
            <pc:docMk/>
            <pc:sldMk cId="1541715926" sldId="272"/>
            <ac:spMk id="10" creationId="{253B8E5C-0FA0-4EB6-8FC6-86DBE641E246}"/>
          </ac:spMkLst>
        </pc:spChg>
        <pc:spChg chg="add mod">
          <ac:chgData name="张 文轩" userId="f99d3195cb2c0d15" providerId="LiveId" clId="{ACB6889A-49B5-469F-A666-524A13055516}" dt="2020-12-01T07:07:35.252" v="4214" actId="14100"/>
          <ac:spMkLst>
            <pc:docMk/>
            <pc:sldMk cId="1541715926" sldId="272"/>
            <ac:spMk id="11" creationId="{ACACD435-37B8-4EAA-9630-E606E25544DD}"/>
          </ac:spMkLst>
        </pc:spChg>
        <pc:spChg chg="add del mod">
          <ac:chgData name="张 文轩" userId="f99d3195cb2c0d15" providerId="LiveId" clId="{ACB6889A-49B5-469F-A666-524A13055516}" dt="2020-11-25T00:22:59.425" v="3846" actId="478"/>
          <ac:spMkLst>
            <pc:docMk/>
            <pc:sldMk cId="1541715926" sldId="272"/>
            <ac:spMk id="12" creationId="{CC938737-775D-4CDE-8FA5-E8DA0D7B0D05}"/>
          </ac:spMkLst>
        </pc:spChg>
        <pc:spChg chg="add del mod">
          <ac:chgData name="张 文轩" userId="f99d3195cb2c0d15" providerId="LiveId" clId="{ACB6889A-49B5-469F-A666-524A13055516}" dt="2020-11-24T07:50:04.796" v="1421" actId="478"/>
          <ac:spMkLst>
            <pc:docMk/>
            <pc:sldMk cId="1541715926" sldId="272"/>
            <ac:spMk id="13" creationId="{8359EC16-4F53-4DD7-BC59-6FB9E54813A2}"/>
          </ac:spMkLst>
        </pc:spChg>
        <pc:spChg chg="add mod">
          <ac:chgData name="张 文轩" userId="f99d3195cb2c0d15" providerId="LiveId" clId="{ACB6889A-49B5-469F-A666-524A13055516}" dt="2020-11-25T09:11:51.314" v="4161" actId="1076"/>
          <ac:spMkLst>
            <pc:docMk/>
            <pc:sldMk cId="1541715926" sldId="272"/>
            <ac:spMk id="13" creationId="{DB176F2D-6C4C-45B0-A7C1-8661812DFF95}"/>
          </ac:spMkLst>
        </pc:spChg>
        <pc:spChg chg="add mod">
          <ac:chgData name="张 文轩" userId="f99d3195cb2c0d15" providerId="LiveId" clId="{ACB6889A-49B5-469F-A666-524A13055516}" dt="2020-12-01T07:07:38.992" v="4216" actId="20577"/>
          <ac:spMkLst>
            <pc:docMk/>
            <pc:sldMk cId="1541715926" sldId="272"/>
            <ac:spMk id="14" creationId="{3BD743C1-9F2D-4170-BA1D-E3C8611876B4}"/>
          </ac:spMkLst>
        </pc:spChg>
        <pc:spChg chg="add mod">
          <ac:chgData name="张 文轩" userId="f99d3195cb2c0d15" providerId="LiveId" clId="{ACB6889A-49B5-469F-A666-524A13055516}" dt="2020-11-25T00:27:50.900" v="3955" actId="14100"/>
          <ac:spMkLst>
            <pc:docMk/>
            <pc:sldMk cId="1541715926" sldId="272"/>
            <ac:spMk id="15" creationId="{1B14B3C4-8E89-46A2-95F0-2817169BD3A4}"/>
          </ac:spMkLst>
        </pc:spChg>
        <pc:spChg chg="add del mod">
          <ac:chgData name="张 文轩" userId="f99d3195cb2c0d15" providerId="LiveId" clId="{ACB6889A-49B5-469F-A666-524A13055516}" dt="2020-11-24T13:32:27.556" v="3749" actId="478"/>
          <ac:spMkLst>
            <pc:docMk/>
            <pc:sldMk cId="1541715926" sldId="272"/>
            <ac:spMk id="15" creationId="{4A426FC1-CBFF-4930-BF14-73FE3F54FDEA}"/>
          </ac:spMkLst>
        </pc:spChg>
        <pc:spChg chg="add mod">
          <ac:chgData name="张 文轩" userId="f99d3195cb2c0d15" providerId="LiveId" clId="{ACB6889A-49B5-469F-A666-524A13055516}" dt="2020-11-25T09:10:38.541" v="4150" actId="14100"/>
          <ac:spMkLst>
            <pc:docMk/>
            <pc:sldMk cId="1541715926" sldId="272"/>
            <ac:spMk id="16" creationId="{311DE74D-0AF5-48AF-A4C0-0CBC63AEB557}"/>
          </ac:spMkLst>
        </pc:spChg>
        <pc:spChg chg="add del mod">
          <ac:chgData name="张 文轩" userId="f99d3195cb2c0d15" providerId="LiveId" clId="{ACB6889A-49B5-469F-A666-524A13055516}" dt="2020-11-24T11:24:27.664" v="2578"/>
          <ac:spMkLst>
            <pc:docMk/>
            <pc:sldMk cId="1541715926" sldId="272"/>
            <ac:spMk id="16" creationId="{4FC86FFE-3CF6-437C-A95E-A5927CAAE190}"/>
          </ac:spMkLst>
        </pc:spChg>
        <pc:spChg chg="add mod">
          <ac:chgData name="张 文轩" userId="f99d3195cb2c0d15" providerId="LiveId" clId="{ACB6889A-49B5-469F-A666-524A13055516}" dt="2020-11-24T11:25:58.050" v="2645" actId="114"/>
          <ac:spMkLst>
            <pc:docMk/>
            <pc:sldMk cId="1541715926" sldId="272"/>
            <ac:spMk id="17" creationId="{A398DADE-DD6F-4029-9276-9890CB885CC2}"/>
          </ac:spMkLst>
        </pc:spChg>
        <pc:spChg chg="add mod">
          <ac:chgData name="张 文轩" userId="f99d3195cb2c0d15" providerId="LiveId" clId="{ACB6889A-49B5-469F-A666-524A13055516}" dt="2020-11-24T13:33:33.236" v="3761" actId="14100"/>
          <ac:spMkLst>
            <pc:docMk/>
            <pc:sldMk cId="1541715926" sldId="272"/>
            <ac:spMk id="18" creationId="{A33938C7-D3CD-4AA5-B45B-12974C1DBDCA}"/>
          </ac:spMkLst>
        </pc:spChg>
      </pc:sldChg>
      <pc:sldChg chg="addSp delSp modSp add mod">
        <pc:chgData name="张 文轩" userId="f99d3195cb2c0d15" providerId="LiveId" clId="{ACB6889A-49B5-469F-A666-524A13055516}" dt="2020-11-24T13:12:30.968" v="3598" actId="207"/>
        <pc:sldMkLst>
          <pc:docMk/>
          <pc:sldMk cId="3327623750" sldId="273"/>
        </pc:sldMkLst>
        <pc:spChg chg="mod">
          <ac:chgData name="张 文轩" userId="f99d3195cb2c0d15" providerId="LiveId" clId="{ACB6889A-49B5-469F-A666-524A13055516}" dt="2020-11-21T15:53:53.212" v="1024" actId="20577"/>
          <ac:spMkLst>
            <pc:docMk/>
            <pc:sldMk cId="3327623750" sldId="273"/>
            <ac:spMk id="2" creationId="{6F26C40E-F29B-4329-A72E-38AEA43DFCA5}"/>
          </ac:spMkLst>
        </pc:spChg>
        <pc:spChg chg="add mod">
          <ac:chgData name="张 文轩" userId="f99d3195cb2c0d15" providerId="LiveId" clId="{ACB6889A-49B5-469F-A666-524A13055516}" dt="2020-11-24T13:08:23.769" v="3546" actId="14100"/>
          <ac:spMkLst>
            <pc:docMk/>
            <pc:sldMk cId="3327623750" sldId="273"/>
            <ac:spMk id="3" creationId="{6A3C8A73-AB76-4CE0-9FDB-C361AA4C0C4F}"/>
          </ac:spMkLst>
        </pc:spChg>
        <pc:spChg chg="add del mod">
          <ac:chgData name="张 文轩" userId="f99d3195cb2c0d15" providerId="LiveId" clId="{ACB6889A-49B5-469F-A666-524A13055516}" dt="2020-11-24T12:33:45.033" v="3490" actId="478"/>
          <ac:spMkLst>
            <pc:docMk/>
            <pc:sldMk cId="3327623750" sldId="273"/>
            <ac:spMk id="6" creationId="{953D93A6-925A-4A00-8598-4ACC64688EC6}"/>
          </ac:spMkLst>
        </pc:spChg>
        <pc:spChg chg="add del mod">
          <ac:chgData name="张 文轩" userId="f99d3195cb2c0d15" providerId="LiveId" clId="{ACB6889A-49B5-469F-A666-524A13055516}" dt="2020-11-24T13:09:29.319" v="3589" actId="478"/>
          <ac:spMkLst>
            <pc:docMk/>
            <pc:sldMk cId="3327623750" sldId="273"/>
            <ac:spMk id="7" creationId="{B1EC0DA2-F0BB-4AD0-91A1-D3C22A700F6F}"/>
          </ac:spMkLst>
        </pc:spChg>
        <pc:spChg chg="add mod">
          <ac:chgData name="张 文轩" userId="f99d3195cb2c0d15" providerId="LiveId" clId="{ACB6889A-49B5-469F-A666-524A13055516}" dt="2020-11-24T13:12:30.968" v="3598" actId="207"/>
          <ac:spMkLst>
            <pc:docMk/>
            <pc:sldMk cId="3327623750" sldId="273"/>
            <ac:spMk id="8" creationId="{16976BBF-CD63-4043-A323-D844A173E00C}"/>
          </ac:spMkLst>
        </pc:spChg>
        <pc:graphicFrameChg chg="add mod modGraphic">
          <ac:chgData name="张 文轩" userId="f99d3195cb2c0d15" providerId="LiveId" clId="{ACB6889A-49B5-469F-A666-524A13055516}" dt="2020-11-24T12:34:54.260" v="3492" actId="1076"/>
          <ac:graphicFrameMkLst>
            <pc:docMk/>
            <pc:sldMk cId="3327623750" sldId="273"/>
            <ac:graphicFrameMk id="4" creationId="{649E9E99-13AF-41F5-B44E-F19E5853487C}"/>
          </ac:graphicFrameMkLst>
        </pc:graphicFrameChg>
      </pc:sldChg>
      <pc:sldChg chg="add del">
        <pc:chgData name="张 文轩" userId="f99d3195cb2c0d15" providerId="LiveId" clId="{ACB6889A-49B5-469F-A666-524A13055516}" dt="2020-11-21T15:54:02.573" v="1026" actId="47"/>
        <pc:sldMkLst>
          <pc:docMk/>
          <pc:sldMk cId="1784567024" sldId="274"/>
        </pc:sldMkLst>
      </pc:sldChg>
      <pc:sldChg chg="add del">
        <pc:chgData name="张 文轩" userId="f99d3195cb2c0d15" providerId="LiveId" clId="{ACB6889A-49B5-469F-A666-524A13055516}" dt="2020-11-21T15:54:12.106" v="1029" actId="47"/>
        <pc:sldMkLst>
          <pc:docMk/>
          <pc:sldMk cId="2214758986" sldId="274"/>
        </pc:sldMkLst>
      </pc:sldChg>
      <pc:sldChg chg="addSp delSp modSp add mod">
        <pc:chgData name="张 文轩" userId="f99d3195cb2c0d15" providerId="LiveId" clId="{ACB6889A-49B5-469F-A666-524A13055516}" dt="2020-11-21T15:55:47.960" v="1096" actId="20577"/>
        <pc:sldMkLst>
          <pc:docMk/>
          <pc:sldMk cId="1295188784" sldId="275"/>
        </pc:sldMkLst>
        <pc:spChg chg="mod">
          <ac:chgData name="张 文轩" userId="f99d3195cb2c0d15" providerId="LiveId" clId="{ACB6889A-49B5-469F-A666-524A13055516}" dt="2020-11-21T15:55:47.960" v="1096" actId="20577"/>
          <ac:spMkLst>
            <pc:docMk/>
            <pc:sldMk cId="1295188784" sldId="275"/>
            <ac:spMk id="2" creationId="{5CBBA732-8C0E-4F74-9A64-A8C6AFC939EA}"/>
          </ac:spMkLst>
        </pc:spChg>
        <pc:spChg chg="del">
          <ac:chgData name="张 文轩" userId="f99d3195cb2c0d15" providerId="LiveId" clId="{ACB6889A-49B5-469F-A666-524A13055516}" dt="2020-11-21T15:54:25.399" v="1043" actId="478"/>
          <ac:spMkLst>
            <pc:docMk/>
            <pc:sldMk cId="1295188784" sldId="275"/>
            <ac:spMk id="3" creationId="{24A9560B-DF9C-484E-9E0A-69AD6889D6DA}"/>
          </ac:spMkLst>
        </pc:spChg>
        <pc:spChg chg="add del mod">
          <ac:chgData name="张 文轩" userId="f99d3195cb2c0d15" providerId="LiveId" clId="{ACB6889A-49B5-469F-A666-524A13055516}" dt="2020-11-21T15:54:27.939" v="1044" actId="478"/>
          <ac:spMkLst>
            <pc:docMk/>
            <pc:sldMk cId="1295188784" sldId="275"/>
            <ac:spMk id="5" creationId="{B79A94D9-F1C6-49DB-BA0C-049CAF062FB3}"/>
          </ac:spMkLst>
        </pc:spChg>
      </pc:sldChg>
      <pc:sldChg chg="addSp delSp modSp add mod">
        <pc:chgData name="张 文轩" userId="f99d3195cb2c0d15" providerId="LiveId" clId="{ACB6889A-49B5-469F-A666-524A13055516}" dt="2020-11-26T01:15:37.812" v="4163" actId="14100"/>
        <pc:sldMkLst>
          <pc:docMk/>
          <pc:sldMk cId="1199786319" sldId="276"/>
        </pc:sldMkLst>
        <pc:spChg chg="mod">
          <ac:chgData name="张 文轩" userId="f99d3195cb2c0d15" providerId="LiveId" clId="{ACB6889A-49B5-469F-A666-524A13055516}" dt="2020-11-24T08:37:07.140" v="1791" actId="20577"/>
          <ac:spMkLst>
            <pc:docMk/>
            <pc:sldMk cId="1199786319" sldId="276"/>
            <ac:spMk id="2" creationId="{6F26C40E-F29B-4329-A72E-38AEA43DFCA5}"/>
          </ac:spMkLst>
        </pc:spChg>
        <pc:spChg chg="add del mod">
          <ac:chgData name="张 文轩" userId="f99d3195cb2c0d15" providerId="LiveId" clId="{ACB6889A-49B5-469F-A666-524A13055516}" dt="2020-11-24T09:16:33.670" v="2174" actId="478"/>
          <ac:spMkLst>
            <pc:docMk/>
            <pc:sldMk cId="1199786319" sldId="276"/>
            <ac:spMk id="3" creationId="{61CE5DDA-0756-4F05-8662-B9426118516F}"/>
          </ac:spMkLst>
        </pc:spChg>
        <pc:spChg chg="mod">
          <ac:chgData name="张 文轩" userId="f99d3195cb2c0d15" providerId="LiveId" clId="{ACB6889A-49B5-469F-A666-524A13055516}" dt="2020-11-24T09:00:20.579" v="1991" actId="20577"/>
          <ac:spMkLst>
            <pc:docMk/>
            <pc:sldMk cId="1199786319" sldId="276"/>
            <ac:spMk id="5" creationId="{AD13B6A5-663C-4053-A53B-E434F91D9A5C}"/>
          </ac:spMkLst>
        </pc:spChg>
        <pc:spChg chg="mod">
          <ac:chgData name="张 文轩" userId="f99d3195cb2c0d15" providerId="LiveId" clId="{ACB6889A-49B5-469F-A666-524A13055516}" dt="2020-11-24T13:28:48.026" v="3698" actId="20577"/>
          <ac:spMkLst>
            <pc:docMk/>
            <pc:sldMk cId="1199786319" sldId="276"/>
            <ac:spMk id="8" creationId="{8153F4D0-01E1-430F-B8F5-3F4E9D5F1A33}"/>
          </ac:spMkLst>
        </pc:spChg>
        <pc:spChg chg="del">
          <ac:chgData name="张 文轩" userId="f99d3195cb2c0d15" providerId="LiveId" clId="{ACB6889A-49B5-469F-A666-524A13055516}" dt="2020-11-24T09:00:26.771" v="1992" actId="478"/>
          <ac:spMkLst>
            <pc:docMk/>
            <pc:sldMk cId="1199786319" sldId="276"/>
            <ac:spMk id="9" creationId="{B404C861-FA16-451B-97D7-16CEF46B9AD4}"/>
          </ac:spMkLst>
        </pc:spChg>
        <pc:spChg chg="mod">
          <ac:chgData name="张 文轩" userId="f99d3195cb2c0d15" providerId="LiveId" clId="{ACB6889A-49B5-469F-A666-524A13055516}" dt="2020-11-25T07:30:23.067" v="4138" actId="1076"/>
          <ac:spMkLst>
            <pc:docMk/>
            <pc:sldMk cId="1199786319" sldId="276"/>
            <ac:spMk id="11" creationId="{ACACD435-37B8-4EAA-9630-E606E25544DD}"/>
          </ac:spMkLst>
        </pc:spChg>
        <pc:spChg chg="add mod">
          <ac:chgData name="张 文轩" userId="f99d3195cb2c0d15" providerId="LiveId" clId="{ACB6889A-49B5-469F-A666-524A13055516}" dt="2020-11-24T13:07:36.772" v="3545" actId="20577"/>
          <ac:spMkLst>
            <pc:docMk/>
            <pc:sldMk cId="1199786319" sldId="276"/>
            <ac:spMk id="12" creationId="{45968F19-AE27-4AE1-9966-BD3B205DF109}"/>
          </ac:spMkLst>
        </pc:spChg>
        <pc:spChg chg="add mod">
          <ac:chgData name="张 文轩" userId="f99d3195cb2c0d15" providerId="LiveId" clId="{ACB6889A-49B5-469F-A666-524A13055516}" dt="2020-11-24T13:07:00.620" v="3542" actId="14100"/>
          <ac:spMkLst>
            <pc:docMk/>
            <pc:sldMk cId="1199786319" sldId="276"/>
            <ac:spMk id="13" creationId="{5F7A5BD8-DF7F-476F-903C-4ABA05A0B8EF}"/>
          </ac:spMkLst>
        </pc:spChg>
        <pc:spChg chg="del mod">
          <ac:chgData name="张 文轩" userId="f99d3195cb2c0d15" providerId="LiveId" clId="{ACB6889A-49B5-469F-A666-524A13055516}" dt="2020-11-24T08:57:09.850" v="1914" actId="478"/>
          <ac:spMkLst>
            <pc:docMk/>
            <pc:sldMk cId="1199786319" sldId="276"/>
            <ac:spMk id="14" creationId="{3BD743C1-9F2D-4170-BA1D-E3C8611876B4}"/>
          </ac:spMkLst>
        </pc:spChg>
        <pc:spChg chg="del">
          <ac:chgData name="张 文轩" userId="f99d3195cb2c0d15" providerId="LiveId" clId="{ACB6889A-49B5-469F-A666-524A13055516}" dt="2020-11-24T08:37:00.843" v="1790" actId="478"/>
          <ac:spMkLst>
            <pc:docMk/>
            <pc:sldMk cId="1199786319" sldId="276"/>
            <ac:spMk id="15" creationId="{4A426FC1-CBFF-4930-BF14-73FE3F54FDEA}"/>
          </ac:spMkLst>
        </pc:spChg>
        <pc:spChg chg="add mod">
          <ac:chgData name="张 文轩" userId="f99d3195cb2c0d15" providerId="LiveId" clId="{ACB6889A-49B5-469F-A666-524A13055516}" dt="2020-11-24T11:58:04.806" v="3021" actId="1076"/>
          <ac:spMkLst>
            <pc:docMk/>
            <pc:sldMk cId="1199786319" sldId="276"/>
            <ac:spMk id="16" creationId="{FEAA85BE-E883-4306-A78D-B7E49C2CA8DE}"/>
          </ac:spMkLst>
        </pc:spChg>
        <pc:spChg chg="add mod">
          <ac:chgData name="张 文轩" userId="f99d3195cb2c0d15" providerId="LiveId" clId="{ACB6889A-49B5-469F-A666-524A13055516}" dt="2020-11-24T11:58:10.414" v="3022" actId="1076"/>
          <ac:spMkLst>
            <pc:docMk/>
            <pc:sldMk cId="1199786319" sldId="276"/>
            <ac:spMk id="17" creationId="{001E2549-5DA2-44AC-BAFC-5A045D9CE403}"/>
          </ac:spMkLst>
        </pc:spChg>
        <pc:spChg chg="add del mod">
          <ac:chgData name="张 文轩" userId="f99d3195cb2c0d15" providerId="LiveId" clId="{ACB6889A-49B5-469F-A666-524A13055516}" dt="2020-11-24T11:49:35.416" v="3009" actId="478"/>
          <ac:spMkLst>
            <pc:docMk/>
            <pc:sldMk cId="1199786319" sldId="276"/>
            <ac:spMk id="18" creationId="{E90BD207-751E-4F27-B830-E4F4772C5329}"/>
          </ac:spMkLst>
        </pc:spChg>
        <pc:spChg chg="add mod">
          <ac:chgData name="张 文轩" userId="f99d3195cb2c0d15" providerId="LiveId" clId="{ACB6889A-49B5-469F-A666-524A13055516}" dt="2020-11-24T11:58:53.926" v="3033" actId="1076"/>
          <ac:spMkLst>
            <pc:docMk/>
            <pc:sldMk cId="1199786319" sldId="276"/>
            <ac:spMk id="19" creationId="{904B73E2-C2F9-4876-8C14-6DB47304FCF8}"/>
          </ac:spMkLst>
        </pc:spChg>
        <pc:graphicFrameChg chg="add mod modGraphic">
          <ac:chgData name="张 文轩" userId="f99d3195cb2c0d15" providerId="LiveId" clId="{ACB6889A-49B5-469F-A666-524A13055516}" dt="2020-11-24T13:01:07.990" v="3523"/>
          <ac:graphicFrameMkLst>
            <pc:docMk/>
            <pc:sldMk cId="1199786319" sldId="276"/>
            <ac:graphicFrameMk id="7" creationId="{83FE7086-8946-46C7-8AA4-E3A04BE32E3B}"/>
          </ac:graphicFrameMkLst>
        </pc:graphicFrameChg>
        <pc:graphicFrameChg chg="add mod modGraphic">
          <ac:chgData name="张 文轩" userId="f99d3195cb2c0d15" providerId="LiveId" clId="{ACB6889A-49B5-469F-A666-524A13055516}" dt="2020-11-26T01:15:37.812" v="4163" actId="14100"/>
          <ac:graphicFrameMkLst>
            <pc:docMk/>
            <pc:sldMk cId="1199786319" sldId="276"/>
            <ac:graphicFrameMk id="20" creationId="{18A74BB6-F4F4-4AE4-A8FD-FAB1CDC9A6EA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7EB4DF-E6AA-42EF-8245-1DFC227FCE1B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406E90-F6DB-46BD-B4D5-24C8F93E574A}">
      <dgm:prSet phldrT="[Text]" custT="1"/>
      <dgm:spPr/>
      <dgm:t>
        <a:bodyPr/>
        <a:lstStyle/>
        <a:p>
          <a:r>
            <a:rPr lang="en-US" sz="1600" dirty="0"/>
            <a:t>12/2020-1/2021</a:t>
          </a:r>
        </a:p>
      </dgm:t>
    </dgm:pt>
    <dgm:pt modelId="{7EEBC569-C7D2-4C05-BC47-32C2EDB9B2C7}" type="parTrans" cxnId="{D555F250-B338-4845-A48E-4C64838B4E9B}">
      <dgm:prSet/>
      <dgm:spPr/>
      <dgm:t>
        <a:bodyPr/>
        <a:lstStyle/>
        <a:p>
          <a:endParaRPr lang="en-US"/>
        </a:p>
      </dgm:t>
    </dgm:pt>
    <dgm:pt modelId="{341812A2-D8F6-41AC-8F0D-B812022B0C51}" type="sibTrans" cxnId="{D555F250-B338-4845-A48E-4C64838B4E9B}">
      <dgm:prSet/>
      <dgm:spPr/>
      <dgm:t>
        <a:bodyPr/>
        <a:lstStyle/>
        <a:p>
          <a:endParaRPr lang="en-US"/>
        </a:p>
      </dgm:t>
    </dgm:pt>
    <dgm:pt modelId="{27AA778A-38A1-4B31-A3C1-0A6DB29F73C1}">
      <dgm:prSet phldrT="[Text]" custT="1"/>
      <dgm:spPr/>
      <dgm:t>
        <a:bodyPr/>
        <a:lstStyle/>
        <a:p>
          <a:r>
            <a:rPr lang="en-US" sz="1600" dirty="0"/>
            <a:t>Mass, CMI, Radius, Magnetic Moment.</a:t>
          </a:r>
        </a:p>
      </dgm:t>
    </dgm:pt>
    <dgm:pt modelId="{0E5BEDA1-DEEB-4D4A-9218-4A1BAAF0C843}" type="parTrans" cxnId="{DF1A16F8-C199-4B19-BE31-6B3D8C116ED9}">
      <dgm:prSet/>
      <dgm:spPr/>
      <dgm:t>
        <a:bodyPr/>
        <a:lstStyle/>
        <a:p>
          <a:endParaRPr lang="en-US"/>
        </a:p>
      </dgm:t>
    </dgm:pt>
    <dgm:pt modelId="{DA932061-AC5D-4E30-93BE-5D825E64810C}" type="sibTrans" cxnId="{DF1A16F8-C199-4B19-BE31-6B3D8C116ED9}">
      <dgm:prSet/>
      <dgm:spPr/>
      <dgm:t>
        <a:bodyPr/>
        <a:lstStyle/>
        <a:p>
          <a:endParaRPr lang="en-US"/>
        </a:p>
      </dgm:t>
    </dgm:pt>
    <dgm:pt modelId="{21840325-D2BC-480E-921E-D3E307B31EBD}">
      <dgm:prSet phldrT="[Text]" custT="1"/>
      <dgm:spPr/>
      <dgm:t>
        <a:bodyPr/>
        <a:lstStyle/>
        <a:p>
          <a:r>
            <a:rPr lang="en-US" sz="1600" dirty="0"/>
            <a:t>2/2021-3/2021</a:t>
          </a:r>
        </a:p>
      </dgm:t>
    </dgm:pt>
    <dgm:pt modelId="{61601674-2E80-4BB7-A552-CD02E965BE37}" type="parTrans" cxnId="{AE78654D-DE7B-4CBF-A69F-0D4F88940C94}">
      <dgm:prSet/>
      <dgm:spPr/>
      <dgm:t>
        <a:bodyPr/>
        <a:lstStyle/>
        <a:p>
          <a:endParaRPr lang="en-US"/>
        </a:p>
      </dgm:t>
    </dgm:pt>
    <dgm:pt modelId="{B12D705B-951C-49C6-A172-541BAA47C715}" type="sibTrans" cxnId="{AE78654D-DE7B-4CBF-A69F-0D4F88940C94}">
      <dgm:prSet/>
      <dgm:spPr/>
      <dgm:t>
        <a:bodyPr/>
        <a:lstStyle/>
        <a:p>
          <a:endParaRPr lang="en-US"/>
        </a:p>
      </dgm:t>
    </dgm:pt>
    <dgm:pt modelId="{1969887A-41BE-4D21-BE62-0525600B5137}">
      <dgm:prSet phldrT="[Text]" custT="1"/>
      <dgm:spPr/>
      <dgm:t>
        <a:bodyPr/>
        <a:lstStyle/>
        <a:p>
          <a:r>
            <a:rPr lang="en-US" sz="1600" dirty="0"/>
            <a:t>Decay Mode. Submit our paper.</a:t>
          </a:r>
        </a:p>
      </dgm:t>
    </dgm:pt>
    <dgm:pt modelId="{785CE616-DCF6-40AD-A05C-BA5F490D664A}" type="parTrans" cxnId="{2E4D03D5-46DC-4CC9-9BF7-979BD9296200}">
      <dgm:prSet/>
      <dgm:spPr/>
      <dgm:t>
        <a:bodyPr/>
        <a:lstStyle/>
        <a:p>
          <a:endParaRPr lang="en-US"/>
        </a:p>
      </dgm:t>
    </dgm:pt>
    <dgm:pt modelId="{7FB195A9-E705-42BB-88EB-3B5CCD7EEE17}" type="sibTrans" cxnId="{2E4D03D5-46DC-4CC9-9BF7-979BD9296200}">
      <dgm:prSet/>
      <dgm:spPr/>
      <dgm:t>
        <a:bodyPr/>
        <a:lstStyle/>
        <a:p>
          <a:endParaRPr lang="en-US"/>
        </a:p>
      </dgm:t>
    </dgm:pt>
    <dgm:pt modelId="{E0B7432A-7A15-419E-855B-B5D23995259D}">
      <dgm:prSet phldrT="[Text]" custT="1"/>
      <dgm:spPr/>
      <dgm:t>
        <a:bodyPr/>
        <a:lstStyle/>
        <a:p>
          <a:r>
            <a:rPr lang="en-US" sz="1600" dirty="0"/>
            <a:t>4/2021-6/2021</a:t>
          </a:r>
        </a:p>
      </dgm:t>
    </dgm:pt>
    <dgm:pt modelId="{102AB8C6-56AD-47B7-9C79-8B476B1D463D}" type="parTrans" cxnId="{1D1E3C20-1512-4D38-919E-885DEED5CDAE}">
      <dgm:prSet/>
      <dgm:spPr/>
      <dgm:t>
        <a:bodyPr/>
        <a:lstStyle/>
        <a:p>
          <a:endParaRPr lang="en-US"/>
        </a:p>
      </dgm:t>
    </dgm:pt>
    <dgm:pt modelId="{D0A17094-EB96-42B2-895C-56248667C97B}" type="sibTrans" cxnId="{1D1E3C20-1512-4D38-919E-885DEED5CDAE}">
      <dgm:prSet/>
      <dgm:spPr/>
      <dgm:t>
        <a:bodyPr/>
        <a:lstStyle/>
        <a:p>
          <a:endParaRPr lang="en-US"/>
        </a:p>
      </dgm:t>
    </dgm:pt>
    <dgm:pt modelId="{C22DB20D-5D43-4A57-9F1D-FE634207BA1C}">
      <dgm:prSet phldrT="[Text]" custT="1"/>
      <dgm:spPr/>
      <dgm:t>
        <a:bodyPr/>
        <a:lstStyle/>
        <a:p>
          <a:r>
            <a:rPr lang="en-US" sz="1600" dirty="0"/>
            <a:t>Reply reviewer's comments.</a:t>
          </a:r>
        </a:p>
      </dgm:t>
    </dgm:pt>
    <dgm:pt modelId="{F508165B-DAE1-410D-B68B-E991BC1E3EDE}" type="parTrans" cxnId="{9C77B688-B533-463B-A684-300FAF52270A}">
      <dgm:prSet/>
      <dgm:spPr/>
      <dgm:t>
        <a:bodyPr/>
        <a:lstStyle/>
        <a:p>
          <a:endParaRPr lang="en-US"/>
        </a:p>
      </dgm:t>
    </dgm:pt>
    <dgm:pt modelId="{DD6BFD93-37EB-4F83-A3D0-AD4E3954B790}" type="sibTrans" cxnId="{9C77B688-B533-463B-A684-300FAF52270A}">
      <dgm:prSet/>
      <dgm:spPr/>
      <dgm:t>
        <a:bodyPr/>
        <a:lstStyle/>
        <a:p>
          <a:endParaRPr lang="en-US"/>
        </a:p>
      </dgm:t>
    </dgm:pt>
    <dgm:pt modelId="{8A77C01E-4584-4BCF-8AC1-C889F5CDD6E1}" type="pres">
      <dgm:prSet presAssocID="{B77EB4DF-E6AA-42EF-8245-1DFC227FCE1B}" presName="outerComposite" presStyleCnt="0">
        <dgm:presLayoutVars>
          <dgm:chMax val="5"/>
          <dgm:dir/>
          <dgm:resizeHandles val="exact"/>
        </dgm:presLayoutVars>
      </dgm:prSet>
      <dgm:spPr/>
    </dgm:pt>
    <dgm:pt modelId="{E4C0B480-1C57-4398-8086-0F397D494C91}" type="pres">
      <dgm:prSet presAssocID="{B77EB4DF-E6AA-42EF-8245-1DFC227FCE1B}" presName="dummyMaxCanvas" presStyleCnt="0">
        <dgm:presLayoutVars/>
      </dgm:prSet>
      <dgm:spPr/>
    </dgm:pt>
    <dgm:pt modelId="{74EA9BF1-A304-4604-9396-4E236CBC11CA}" type="pres">
      <dgm:prSet presAssocID="{B77EB4DF-E6AA-42EF-8245-1DFC227FCE1B}" presName="ThreeNodes_1" presStyleLbl="node1" presStyleIdx="0" presStyleCnt="3" custScaleX="117647">
        <dgm:presLayoutVars>
          <dgm:bulletEnabled val="1"/>
        </dgm:presLayoutVars>
      </dgm:prSet>
      <dgm:spPr/>
    </dgm:pt>
    <dgm:pt modelId="{D6FC93D6-4F36-48AE-806B-BBD162ACE3D9}" type="pres">
      <dgm:prSet presAssocID="{B77EB4DF-E6AA-42EF-8245-1DFC227FCE1B}" presName="ThreeNodes_2" presStyleLbl="node1" presStyleIdx="1" presStyleCnt="3" custScaleX="117647">
        <dgm:presLayoutVars>
          <dgm:bulletEnabled val="1"/>
        </dgm:presLayoutVars>
      </dgm:prSet>
      <dgm:spPr/>
    </dgm:pt>
    <dgm:pt modelId="{179F44EE-66D0-45C0-94CA-F70F42A0F262}" type="pres">
      <dgm:prSet presAssocID="{B77EB4DF-E6AA-42EF-8245-1DFC227FCE1B}" presName="ThreeNodes_3" presStyleLbl="node1" presStyleIdx="2" presStyleCnt="3" custScaleX="117647">
        <dgm:presLayoutVars>
          <dgm:bulletEnabled val="1"/>
        </dgm:presLayoutVars>
      </dgm:prSet>
      <dgm:spPr/>
    </dgm:pt>
    <dgm:pt modelId="{67CAC70C-E6E3-4576-A82E-50D1FFC0CCF5}" type="pres">
      <dgm:prSet presAssocID="{B77EB4DF-E6AA-42EF-8245-1DFC227FCE1B}" presName="ThreeConn_1-2" presStyleLbl="fgAccFollowNode1" presStyleIdx="0" presStyleCnt="2">
        <dgm:presLayoutVars>
          <dgm:bulletEnabled val="1"/>
        </dgm:presLayoutVars>
      </dgm:prSet>
      <dgm:spPr/>
    </dgm:pt>
    <dgm:pt modelId="{E7BF9C16-DFF0-4223-89DD-E72D7501095B}" type="pres">
      <dgm:prSet presAssocID="{B77EB4DF-E6AA-42EF-8245-1DFC227FCE1B}" presName="ThreeConn_2-3" presStyleLbl="fgAccFollowNode1" presStyleIdx="1" presStyleCnt="2">
        <dgm:presLayoutVars>
          <dgm:bulletEnabled val="1"/>
        </dgm:presLayoutVars>
      </dgm:prSet>
      <dgm:spPr/>
    </dgm:pt>
    <dgm:pt modelId="{E16C5C40-9F53-43EF-975F-87361CB1B512}" type="pres">
      <dgm:prSet presAssocID="{B77EB4DF-E6AA-42EF-8245-1DFC227FCE1B}" presName="ThreeNodes_1_text" presStyleLbl="node1" presStyleIdx="2" presStyleCnt="3">
        <dgm:presLayoutVars>
          <dgm:bulletEnabled val="1"/>
        </dgm:presLayoutVars>
      </dgm:prSet>
      <dgm:spPr/>
    </dgm:pt>
    <dgm:pt modelId="{1E17B1A7-CCBE-4216-BA49-63C064B8DCE2}" type="pres">
      <dgm:prSet presAssocID="{B77EB4DF-E6AA-42EF-8245-1DFC227FCE1B}" presName="ThreeNodes_2_text" presStyleLbl="node1" presStyleIdx="2" presStyleCnt="3">
        <dgm:presLayoutVars>
          <dgm:bulletEnabled val="1"/>
        </dgm:presLayoutVars>
      </dgm:prSet>
      <dgm:spPr/>
    </dgm:pt>
    <dgm:pt modelId="{9B7ABE25-3631-48D0-9416-8C0B633ADBF3}" type="pres">
      <dgm:prSet presAssocID="{B77EB4DF-E6AA-42EF-8245-1DFC227FCE1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824341F-ABD4-4D95-817D-0CF38B1EA8D3}" type="presOf" srcId="{21840325-D2BC-480E-921E-D3E307B31EBD}" destId="{D6FC93D6-4F36-48AE-806B-BBD162ACE3D9}" srcOrd="0" destOrd="0" presId="urn:microsoft.com/office/officeart/2005/8/layout/vProcess5"/>
    <dgm:cxn modelId="{1D1E3C20-1512-4D38-919E-885DEED5CDAE}" srcId="{B77EB4DF-E6AA-42EF-8245-1DFC227FCE1B}" destId="{E0B7432A-7A15-419E-855B-B5D23995259D}" srcOrd="2" destOrd="0" parTransId="{102AB8C6-56AD-47B7-9C79-8B476B1D463D}" sibTransId="{D0A17094-EB96-42B2-895C-56248667C97B}"/>
    <dgm:cxn modelId="{3152EB29-24ED-404B-AF1F-4E613C5C116A}" type="presOf" srcId="{B77EB4DF-E6AA-42EF-8245-1DFC227FCE1B}" destId="{8A77C01E-4584-4BCF-8AC1-C889F5CDD6E1}" srcOrd="0" destOrd="0" presId="urn:microsoft.com/office/officeart/2005/8/layout/vProcess5"/>
    <dgm:cxn modelId="{84F69336-6AE3-402E-BD5D-05C7B68A1245}" type="presOf" srcId="{13406E90-F6DB-46BD-B4D5-24C8F93E574A}" destId="{74EA9BF1-A304-4604-9396-4E236CBC11CA}" srcOrd="0" destOrd="0" presId="urn:microsoft.com/office/officeart/2005/8/layout/vProcess5"/>
    <dgm:cxn modelId="{A93F043A-F99E-4C30-8787-AFEC07A0E5FA}" type="presOf" srcId="{B12D705B-951C-49C6-A172-541BAA47C715}" destId="{E7BF9C16-DFF0-4223-89DD-E72D7501095B}" srcOrd="0" destOrd="0" presId="urn:microsoft.com/office/officeart/2005/8/layout/vProcess5"/>
    <dgm:cxn modelId="{AE78654D-DE7B-4CBF-A69F-0D4F88940C94}" srcId="{B77EB4DF-E6AA-42EF-8245-1DFC227FCE1B}" destId="{21840325-D2BC-480E-921E-D3E307B31EBD}" srcOrd="1" destOrd="0" parTransId="{61601674-2E80-4BB7-A552-CD02E965BE37}" sibTransId="{B12D705B-951C-49C6-A172-541BAA47C715}"/>
    <dgm:cxn modelId="{D555F250-B338-4845-A48E-4C64838B4E9B}" srcId="{B77EB4DF-E6AA-42EF-8245-1DFC227FCE1B}" destId="{13406E90-F6DB-46BD-B4D5-24C8F93E574A}" srcOrd="0" destOrd="0" parTransId="{7EEBC569-C7D2-4C05-BC47-32C2EDB9B2C7}" sibTransId="{341812A2-D8F6-41AC-8F0D-B812022B0C51}"/>
    <dgm:cxn modelId="{14C73373-81EF-4DEC-8775-66F2059F7DE3}" type="presOf" srcId="{E0B7432A-7A15-419E-855B-B5D23995259D}" destId="{179F44EE-66D0-45C0-94CA-F70F42A0F262}" srcOrd="0" destOrd="0" presId="urn:microsoft.com/office/officeart/2005/8/layout/vProcess5"/>
    <dgm:cxn modelId="{98FF3456-66B1-4661-BDE0-705C7BCC1F0F}" type="presOf" srcId="{27AA778A-38A1-4B31-A3C1-0A6DB29F73C1}" destId="{E16C5C40-9F53-43EF-975F-87361CB1B512}" srcOrd="1" destOrd="1" presId="urn:microsoft.com/office/officeart/2005/8/layout/vProcess5"/>
    <dgm:cxn modelId="{9C77B688-B533-463B-A684-300FAF52270A}" srcId="{E0B7432A-7A15-419E-855B-B5D23995259D}" destId="{C22DB20D-5D43-4A57-9F1D-FE634207BA1C}" srcOrd="0" destOrd="0" parTransId="{F508165B-DAE1-410D-B68B-E991BC1E3EDE}" sibTransId="{DD6BFD93-37EB-4F83-A3D0-AD4E3954B790}"/>
    <dgm:cxn modelId="{37ADD395-081E-4DEB-BEB0-631743523B17}" type="presOf" srcId="{C22DB20D-5D43-4A57-9F1D-FE634207BA1C}" destId="{179F44EE-66D0-45C0-94CA-F70F42A0F262}" srcOrd="0" destOrd="1" presId="urn:microsoft.com/office/officeart/2005/8/layout/vProcess5"/>
    <dgm:cxn modelId="{F9EDC1AB-80CE-4F9C-AD79-1A597CD56B5E}" type="presOf" srcId="{E0B7432A-7A15-419E-855B-B5D23995259D}" destId="{9B7ABE25-3631-48D0-9416-8C0B633ADBF3}" srcOrd="1" destOrd="0" presId="urn:microsoft.com/office/officeart/2005/8/layout/vProcess5"/>
    <dgm:cxn modelId="{FB78C6BC-2840-4A16-AA40-708C825399D5}" type="presOf" srcId="{27AA778A-38A1-4B31-A3C1-0A6DB29F73C1}" destId="{74EA9BF1-A304-4604-9396-4E236CBC11CA}" srcOrd="0" destOrd="1" presId="urn:microsoft.com/office/officeart/2005/8/layout/vProcess5"/>
    <dgm:cxn modelId="{9E1FF7CA-2448-4EE1-A4AC-E80592FFE3BC}" type="presOf" srcId="{1969887A-41BE-4D21-BE62-0525600B5137}" destId="{1E17B1A7-CCBE-4216-BA49-63C064B8DCE2}" srcOrd="1" destOrd="1" presId="urn:microsoft.com/office/officeart/2005/8/layout/vProcess5"/>
    <dgm:cxn modelId="{6EA286D1-E611-496B-9C64-B0B5DD758771}" type="presOf" srcId="{341812A2-D8F6-41AC-8F0D-B812022B0C51}" destId="{67CAC70C-E6E3-4576-A82E-50D1FFC0CCF5}" srcOrd="0" destOrd="0" presId="urn:microsoft.com/office/officeart/2005/8/layout/vProcess5"/>
    <dgm:cxn modelId="{2E4D03D5-46DC-4CC9-9BF7-979BD9296200}" srcId="{21840325-D2BC-480E-921E-D3E307B31EBD}" destId="{1969887A-41BE-4D21-BE62-0525600B5137}" srcOrd="0" destOrd="0" parTransId="{785CE616-DCF6-40AD-A05C-BA5F490D664A}" sibTransId="{7FB195A9-E705-42BB-88EB-3B5CCD7EEE17}"/>
    <dgm:cxn modelId="{213827D9-DE07-47F1-8AA9-531487109981}" type="presOf" srcId="{13406E90-F6DB-46BD-B4D5-24C8F93E574A}" destId="{E16C5C40-9F53-43EF-975F-87361CB1B512}" srcOrd="1" destOrd="0" presId="urn:microsoft.com/office/officeart/2005/8/layout/vProcess5"/>
    <dgm:cxn modelId="{95D9E4E0-1841-4266-8788-EB696F4664B1}" type="presOf" srcId="{C22DB20D-5D43-4A57-9F1D-FE634207BA1C}" destId="{9B7ABE25-3631-48D0-9416-8C0B633ADBF3}" srcOrd="1" destOrd="1" presId="urn:microsoft.com/office/officeart/2005/8/layout/vProcess5"/>
    <dgm:cxn modelId="{976408E6-07B8-416E-BA48-741CC7E69765}" type="presOf" srcId="{21840325-D2BC-480E-921E-D3E307B31EBD}" destId="{1E17B1A7-CCBE-4216-BA49-63C064B8DCE2}" srcOrd="1" destOrd="0" presId="urn:microsoft.com/office/officeart/2005/8/layout/vProcess5"/>
    <dgm:cxn modelId="{4CFEE9EB-08E6-49AE-8CEB-0DE6CCECE862}" type="presOf" srcId="{1969887A-41BE-4D21-BE62-0525600B5137}" destId="{D6FC93D6-4F36-48AE-806B-BBD162ACE3D9}" srcOrd="0" destOrd="1" presId="urn:microsoft.com/office/officeart/2005/8/layout/vProcess5"/>
    <dgm:cxn modelId="{DF1A16F8-C199-4B19-BE31-6B3D8C116ED9}" srcId="{13406E90-F6DB-46BD-B4D5-24C8F93E574A}" destId="{27AA778A-38A1-4B31-A3C1-0A6DB29F73C1}" srcOrd="0" destOrd="0" parTransId="{0E5BEDA1-DEEB-4D4A-9218-4A1BAAF0C843}" sibTransId="{DA932061-AC5D-4E30-93BE-5D825E64810C}"/>
    <dgm:cxn modelId="{E338F07E-1BDD-4130-881B-15ECC33FAF74}" type="presParOf" srcId="{8A77C01E-4584-4BCF-8AC1-C889F5CDD6E1}" destId="{E4C0B480-1C57-4398-8086-0F397D494C91}" srcOrd="0" destOrd="0" presId="urn:microsoft.com/office/officeart/2005/8/layout/vProcess5"/>
    <dgm:cxn modelId="{161703ED-EEE6-45FD-BA08-C2CD27184E83}" type="presParOf" srcId="{8A77C01E-4584-4BCF-8AC1-C889F5CDD6E1}" destId="{74EA9BF1-A304-4604-9396-4E236CBC11CA}" srcOrd="1" destOrd="0" presId="urn:microsoft.com/office/officeart/2005/8/layout/vProcess5"/>
    <dgm:cxn modelId="{EB037E6D-8A53-4D37-81D9-7DC3A0B6658E}" type="presParOf" srcId="{8A77C01E-4584-4BCF-8AC1-C889F5CDD6E1}" destId="{D6FC93D6-4F36-48AE-806B-BBD162ACE3D9}" srcOrd="2" destOrd="0" presId="urn:microsoft.com/office/officeart/2005/8/layout/vProcess5"/>
    <dgm:cxn modelId="{4EF4F138-94B7-4C44-B994-D112ECBDDA63}" type="presParOf" srcId="{8A77C01E-4584-4BCF-8AC1-C889F5CDD6E1}" destId="{179F44EE-66D0-45C0-94CA-F70F42A0F262}" srcOrd="3" destOrd="0" presId="urn:microsoft.com/office/officeart/2005/8/layout/vProcess5"/>
    <dgm:cxn modelId="{C8B8C1C7-DBC9-4458-81D3-12A684EB91F0}" type="presParOf" srcId="{8A77C01E-4584-4BCF-8AC1-C889F5CDD6E1}" destId="{67CAC70C-E6E3-4576-A82E-50D1FFC0CCF5}" srcOrd="4" destOrd="0" presId="urn:microsoft.com/office/officeart/2005/8/layout/vProcess5"/>
    <dgm:cxn modelId="{2A2ADE13-1712-45E2-9C06-BE262DB630A3}" type="presParOf" srcId="{8A77C01E-4584-4BCF-8AC1-C889F5CDD6E1}" destId="{E7BF9C16-DFF0-4223-89DD-E72D7501095B}" srcOrd="5" destOrd="0" presId="urn:microsoft.com/office/officeart/2005/8/layout/vProcess5"/>
    <dgm:cxn modelId="{C3BBED5B-20E6-47B6-A9EA-A2A89437ACA7}" type="presParOf" srcId="{8A77C01E-4584-4BCF-8AC1-C889F5CDD6E1}" destId="{E16C5C40-9F53-43EF-975F-87361CB1B512}" srcOrd="6" destOrd="0" presId="urn:microsoft.com/office/officeart/2005/8/layout/vProcess5"/>
    <dgm:cxn modelId="{A67C5511-D80E-44E4-8B2C-5C0CE7E9BC41}" type="presParOf" srcId="{8A77C01E-4584-4BCF-8AC1-C889F5CDD6E1}" destId="{1E17B1A7-CCBE-4216-BA49-63C064B8DCE2}" srcOrd="7" destOrd="0" presId="urn:microsoft.com/office/officeart/2005/8/layout/vProcess5"/>
    <dgm:cxn modelId="{B3DCCA70-9FC5-4499-B34E-0F3D7E829E8C}" type="presParOf" srcId="{8A77C01E-4584-4BCF-8AC1-C889F5CDD6E1}" destId="{9B7ABE25-3631-48D0-9416-8C0B633ADBF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EA9BF1-A304-4604-9396-4E236CBC11CA}">
      <dsp:nvSpPr>
        <dsp:cNvPr id="0" name=""/>
        <dsp:cNvSpPr/>
      </dsp:nvSpPr>
      <dsp:spPr>
        <a:xfrm>
          <a:off x="-397053" y="0"/>
          <a:ext cx="5294065" cy="9231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12/2020-1/2021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Mass, CMI, Radius, Magnetic Moment.</a:t>
          </a:r>
        </a:p>
      </dsp:txBody>
      <dsp:txXfrm>
        <a:off x="-370014" y="27039"/>
        <a:ext cx="4131613" cy="869114"/>
      </dsp:txXfrm>
    </dsp:sp>
    <dsp:sp modelId="{D6FC93D6-4F36-48AE-806B-BBD162ACE3D9}">
      <dsp:nvSpPr>
        <dsp:cNvPr id="0" name=""/>
        <dsp:cNvSpPr/>
      </dsp:nvSpPr>
      <dsp:spPr>
        <a:xfrm>
          <a:off x="1" y="1077057"/>
          <a:ext cx="5294065" cy="9231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2/2021-3/2021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Decay Mode. Submit our paper.</a:t>
          </a:r>
        </a:p>
      </dsp:txBody>
      <dsp:txXfrm>
        <a:off x="27040" y="1104096"/>
        <a:ext cx="4066893" cy="869114"/>
      </dsp:txXfrm>
    </dsp:sp>
    <dsp:sp modelId="{179F44EE-66D0-45C0-94CA-F70F42A0F262}">
      <dsp:nvSpPr>
        <dsp:cNvPr id="0" name=""/>
        <dsp:cNvSpPr/>
      </dsp:nvSpPr>
      <dsp:spPr>
        <a:xfrm>
          <a:off x="397056" y="2154115"/>
          <a:ext cx="5294065" cy="9231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4/2021-6/2021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Reply reviewer's comments.</a:t>
          </a:r>
        </a:p>
      </dsp:txBody>
      <dsp:txXfrm>
        <a:off x="424095" y="2181154"/>
        <a:ext cx="4066893" cy="869114"/>
      </dsp:txXfrm>
    </dsp:sp>
    <dsp:sp modelId="{67CAC70C-E6E3-4576-A82E-50D1FFC0CCF5}">
      <dsp:nvSpPr>
        <dsp:cNvPr id="0" name=""/>
        <dsp:cNvSpPr/>
      </dsp:nvSpPr>
      <dsp:spPr>
        <a:xfrm>
          <a:off x="3899882" y="700087"/>
          <a:ext cx="600075" cy="60007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034899" y="700087"/>
        <a:ext cx="330041" cy="451556"/>
      </dsp:txXfrm>
    </dsp:sp>
    <dsp:sp modelId="{E7BF9C16-DFF0-4223-89DD-E72D7501095B}">
      <dsp:nvSpPr>
        <dsp:cNvPr id="0" name=""/>
        <dsp:cNvSpPr/>
      </dsp:nvSpPr>
      <dsp:spPr>
        <a:xfrm>
          <a:off x="4296937" y="1770990"/>
          <a:ext cx="600075" cy="60007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431954" y="1770990"/>
        <a:ext cx="330041" cy="4515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243B4C-0A58-4128-AFF8-90C2A8D3E3F9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D7471-5484-4E2E-9693-66DA298E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9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BD7A4B8E-2720-4719-9957-493F6B9D2224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7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4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4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91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52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80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7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BD7A4B8E-2720-4719-9957-493F6B9D2224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08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1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A4B8E-2720-4719-9957-493F6B9D2224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5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BD7A4B8E-2720-4719-9957-493F6B9D2224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91330437-0395-4612-BE3A-77BC4BA1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53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tmp"/><Relationship Id="rId3" Type="http://schemas.openxmlformats.org/officeDocument/2006/relationships/image" Target="../media/image10.png"/><Relationship Id="rId7" Type="http://schemas.openxmlformats.org/officeDocument/2006/relationships/image" Target="../media/image10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A732-8C0E-4F74-9A64-A8C6AFC93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>
                <a:effectLst/>
                <a:latin typeface="Calibri Light" panose="020F0302020204030204" pitchFamily="34" charset="0"/>
              </a:rPr>
              <a:t>MIT Bag Model leads to </a:t>
            </a:r>
            <a:r>
              <a:rPr lang="en-US" altLang="zh-CN" sz="4800" dirty="0">
                <a:effectLst/>
                <a:latin typeface="Calibri Light" panose="020F0302020204030204" pitchFamily="34" charset="0"/>
              </a:rPr>
              <a:t>m</a:t>
            </a:r>
            <a:r>
              <a:rPr lang="en-US" sz="4800" dirty="0">
                <a:effectLst/>
                <a:latin typeface="Calibri Light" panose="020F0302020204030204" pitchFamily="34" charset="0"/>
              </a:rPr>
              <a:t>agnetic </a:t>
            </a:r>
            <a:r>
              <a:rPr lang="en-US" sz="4800" dirty="0">
                <a:latin typeface="Calibri Light" panose="020F0302020204030204" pitchFamily="34" charset="0"/>
              </a:rPr>
              <a:t>m</a:t>
            </a:r>
            <a:r>
              <a:rPr lang="en-US" sz="4800" dirty="0">
                <a:effectLst/>
                <a:latin typeface="Calibri Light" panose="020F0302020204030204" pitchFamily="34" charset="0"/>
              </a:rPr>
              <a:t>oments and other quantities of exotic states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9560B-DF9C-484E-9E0A-69AD6889D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/>
          <a:p>
            <a:r>
              <a:rPr lang="en-US" sz="2800" dirty="0"/>
              <a:t>Instructed by </a:t>
            </a:r>
            <a:r>
              <a:rPr lang="zh-CN" altLang="en-US" sz="2800" dirty="0"/>
              <a:t>贾多杰老师</a:t>
            </a:r>
            <a:endParaRPr lang="en-US" sz="2800" dirty="0"/>
          </a:p>
          <a:p>
            <a:r>
              <a:rPr lang="en-US" sz="2800" dirty="0"/>
              <a:t>Reported by </a:t>
            </a:r>
            <a:r>
              <a:rPr lang="zh-CN" altLang="en-US" sz="2800" dirty="0"/>
              <a:t>张文轩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6894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772775" cy="1658198"/>
          </a:xfrm>
        </p:spPr>
        <p:txBody>
          <a:bodyPr>
            <a:normAutofit/>
          </a:bodyPr>
          <a:lstStyle/>
          <a:p>
            <a:r>
              <a:rPr lang="en-US" sz="4800" dirty="0"/>
              <a:t>Brief introduction to exotic states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53B8E5C-0FA0-4EB6-8FC6-86DBE641E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06" y="1299723"/>
            <a:ext cx="8238744" cy="376618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study: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Exotic configurations and spin-parity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Production and decay mode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297C1-F037-4CE9-87E5-843430462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322" y="10815"/>
            <a:ext cx="2684771" cy="3741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C546E8-179F-4596-9BE9-B762C31AA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06" y="2756533"/>
            <a:ext cx="5021766" cy="39708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D8E6F8-483F-4BF6-8F43-0CF2250BCE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551" y="1370090"/>
            <a:ext cx="2928087" cy="17351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26670C-9579-472C-B6A0-806C2161C0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551" y="3752748"/>
            <a:ext cx="5560181" cy="29746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1264AFB-CB08-445F-8F5B-714DD8ABD629}"/>
              </a:ext>
            </a:extLst>
          </p:cNvPr>
          <p:cNvSpPr txBox="1"/>
          <p:nvPr/>
        </p:nvSpPr>
        <p:spPr>
          <a:xfrm>
            <a:off x="6083563" y="3244334"/>
            <a:ext cx="2028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arXiv:1903.11976v2</a:t>
            </a:r>
          </a:p>
        </p:txBody>
      </p:sp>
    </p:spTree>
    <p:extLst>
      <p:ext uri="{BB962C8B-B14F-4D97-AF65-F5344CB8AC3E}">
        <p14:creationId xmlns:p14="http://schemas.microsoft.com/office/powerpoint/2010/main" val="83108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772775" cy="1658198"/>
          </a:xfrm>
        </p:spPr>
        <p:txBody>
          <a:bodyPr>
            <a:normAutofit/>
          </a:bodyPr>
          <a:lstStyle/>
          <a:p>
            <a:r>
              <a:rPr lang="en-US" sz="4800" dirty="0"/>
              <a:t>Why MIT Bag Model?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53B8E5C-0FA0-4EB6-8FC6-86DBE641E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06" y="1328989"/>
            <a:ext cx="10753725" cy="376618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Physical picture of confinement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Expected to be adaptive for all possible multiquark states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Solution of Dirac equation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QGP (Quark-Gluon Plasma)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D36270-A701-4B9A-B583-41D64EC24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909" y="2314578"/>
            <a:ext cx="4167966" cy="19552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01EB13-7F49-4A0C-9A62-D7D04364E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443" y="2396740"/>
            <a:ext cx="1802951" cy="17909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28FB00-99C8-4397-B219-C517F9B902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51" y="4269834"/>
            <a:ext cx="4711058" cy="25183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D169266-432A-4F8B-8040-30B2DEC91E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18944" y="4653243"/>
                <a:ext cx="5273056" cy="21349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91440" indent="-91440" algn="l" defTabSz="914400" rtl="0" eaLnBrk="1" latinLnBrk="0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num>
                                        <m:den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</m:d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−1/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den>
                    </m:f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D169266-432A-4F8B-8040-30B2DEC91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944" y="4653243"/>
                <a:ext cx="5273056" cy="2134945"/>
              </a:xfrm>
              <a:prstGeom prst="rect">
                <a:avLst/>
              </a:prstGeom>
              <a:blipFill>
                <a:blip r:embed="rId5"/>
                <a:stretch>
                  <a:fillRect t="-2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143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Mass formula in aspect of Bag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5FEE5FC-74A8-4DD1-B9F9-814669115D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99659" y="4339640"/>
                <a:ext cx="5808848" cy="68456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=−3</m:t>
                      </m:r>
                      <m:f>
                        <m:f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5FEE5FC-74A8-4DD1-B9F9-814669115D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9659" y="4339640"/>
                <a:ext cx="5808848" cy="68456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B76D17C-54B7-40B6-AED6-806106A56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655" y="1221548"/>
            <a:ext cx="3301345" cy="37140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368983-0A76-4577-AA5A-45783399E27E}"/>
              </a:ext>
            </a:extLst>
          </p:cNvPr>
          <p:cNvSpPr txBox="1"/>
          <p:nvPr/>
        </p:nvSpPr>
        <p:spPr>
          <a:xfrm>
            <a:off x="0" y="6489999"/>
            <a:ext cx="394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K. Johnson, 1975, ACTA </a:t>
            </a:r>
            <a:r>
              <a:rPr lang="en-US" dirty="0" err="1">
                <a:solidFill>
                  <a:srgbClr val="FF0000"/>
                </a:solidFill>
              </a:rPr>
              <a:t>Physica</a:t>
            </a:r>
            <a:r>
              <a:rPr lang="en-US" dirty="0">
                <a:solidFill>
                  <a:srgbClr val="FF0000"/>
                </a:solidFill>
              </a:rPr>
              <a:t> Polonica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F38E44-2B3F-491F-823C-105D78B6BEB3}"/>
                  </a:ext>
                </a:extLst>
              </p:cNvPr>
              <p:cNvSpPr txBox="1"/>
              <p:nvPr/>
            </p:nvSpPr>
            <p:spPr>
              <a:xfrm>
                <a:off x="1199659" y="1221548"/>
                <a:ext cx="6792549" cy="860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F38E44-2B3F-491F-823C-105D78B6B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9" y="1221548"/>
                <a:ext cx="6792549" cy="8608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86862D-630D-4332-9706-92FD09DBA8D0}"/>
                  </a:ext>
                </a:extLst>
              </p:cNvPr>
              <p:cNvSpPr txBox="1"/>
              <p:nvPr/>
            </p:nvSpPr>
            <p:spPr>
              <a:xfrm>
                <a:off x="657606" y="2242795"/>
                <a:ext cx="8233049" cy="6062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eqArr>
                      <m:eqArr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f>
                              <m:fPr>
                                <m:type m:val="li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#</m:t>
                        </m:r>
                      </m:e>
                    </m:eqAr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satisfies an eigenequation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86862D-630D-4332-9706-92FD09DBA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06" y="2242795"/>
                <a:ext cx="8233049" cy="606256"/>
              </a:xfrm>
              <a:prstGeom prst="rect">
                <a:avLst/>
              </a:prstGeom>
              <a:blipFill>
                <a:blip r:embed="rId5"/>
                <a:stretch>
                  <a:fillRect l="-1185" r="-74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41D5D7-640D-4AA3-8EE0-0528ED8A785A}"/>
                  </a:ext>
                </a:extLst>
              </p:cNvPr>
              <p:cNvSpPr txBox="1"/>
              <p:nvPr/>
            </p:nvSpPr>
            <p:spPr>
              <a:xfrm>
                <a:off x="1199659" y="2997174"/>
                <a:ext cx="5460487" cy="5713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24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lang="es-E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41D5D7-640D-4AA3-8EE0-0528ED8A7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9" y="2997174"/>
                <a:ext cx="5460487" cy="5713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0238222-AAE9-433B-9724-21987480A18D}"/>
              </a:ext>
            </a:extLst>
          </p:cNvPr>
          <p:cNvSpPr txBox="1"/>
          <p:nvPr/>
        </p:nvSpPr>
        <p:spPr>
          <a:xfrm>
            <a:off x="657606" y="3726025"/>
            <a:ext cx="61764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Interactions take the forms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A26F2C2A-1570-46C8-AD9D-56E7D3576D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9659" y="5176154"/>
                <a:ext cx="6473351" cy="7301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91440" indent="-91440" algn="l" defTabSz="914400" rtl="0" eaLnBrk="1" latinLnBrk="0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A26F2C2A-1570-46C8-AD9D-56E7D3576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9" y="5176154"/>
                <a:ext cx="6473351" cy="7301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0690DFCB-46E4-46C4-8AC4-4840CA044F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362" y="5058411"/>
            <a:ext cx="3941638" cy="17995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4AF34AA-F9AD-42CC-8867-05B493017B38}"/>
              </a:ext>
            </a:extLst>
          </p:cNvPr>
          <p:cNvSpPr txBox="1"/>
          <p:nvPr/>
        </p:nvSpPr>
        <p:spPr>
          <a:xfrm>
            <a:off x="0" y="6137016"/>
            <a:ext cx="394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T. </a:t>
            </a:r>
            <a:r>
              <a:rPr lang="en-US" dirty="0" err="1">
                <a:solidFill>
                  <a:srgbClr val="FF0000"/>
                </a:solidFill>
              </a:rPr>
              <a:t>DeGrand</a:t>
            </a:r>
            <a:r>
              <a:rPr lang="en-US" dirty="0">
                <a:solidFill>
                  <a:srgbClr val="FF0000"/>
                </a:solidFill>
              </a:rPr>
              <a:t>, 1975, Physical Review 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48F020-B27C-4185-9D41-7B1A9DA57C87}"/>
              </a:ext>
            </a:extLst>
          </p:cNvPr>
          <p:cNvSpPr txBox="1"/>
          <p:nvPr/>
        </p:nvSpPr>
        <p:spPr>
          <a:xfrm>
            <a:off x="4680508" y="2055236"/>
            <a:ext cx="2063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Gluon Condensation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75DB482-80C7-4F84-A4E9-138A48C5C944}"/>
              </a:ext>
            </a:extLst>
          </p:cNvPr>
          <p:cNvCxnSpPr>
            <a:cxnSpLocks/>
          </p:cNvCxnSpPr>
          <p:nvPr/>
        </p:nvCxnSpPr>
        <p:spPr>
          <a:xfrm flipV="1">
            <a:off x="5257800" y="1784482"/>
            <a:ext cx="0" cy="341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674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F1F7E9-DB5C-4451-B03A-8AC1951EFE03}"/>
              </a:ext>
            </a:extLst>
          </p:cNvPr>
          <p:cNvSpPr txBox="1"/>
          <p:nvPr/>
        </p:nvSpPr>
        <p:spPr>
          <a:xfrm>
            <a:off x="651586" y="443273"/>
            <a:ext cx="10849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the frame of MIT Bag Model, we can separate factors into specific expressions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23CF2-4651-43ED-887F-68A7940E6579}"/>
              </a:ext>
            </a:extLst>
          </p:cNvPr>
          <p:cNvSpPr txBox="1"/>
          <p:nvPr/>
        </p:nvSpPr>
        <p:spPr>
          <a:xfrm>
            <a:off x="651585" y="5202156"/>
            <a:ext cx="112242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We can use magnetic moment for each quark to evaluate the </a:t>
            </a:r>
            <a:r>
              <a:rPr lang="en-US" sz="2400" b="1" dirty="0"/>
              <a:t>CMI</a:t>
            </a:r>
            <a:r>
              <a:rPr lang="en-US" sz="2400" dirty="0"/>
              <a:t> within hadronic system.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280748-03D5-4E5A-B32B-AECD158FAB47}"/>
                  </a:ext>
                </a:extLst>
              </p:cNvPr>
              <p:cNvSpPr txBox="1"/>
              <p:nvPr/>
            </p:nvSpPr>
            <p:spPr>
              <a:xfrm>
                <a:off x="1193640" y="1062479"/>
                <a:ext cx="5224745" cy="848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280748-03D5-4E5A-B32B-AECD158FA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640" y="1062479"/>
                <a:ext cx="5224745" cy="8486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CAF8A4-88C9-4413-9A71-6B6863EAE24E}"/>
                  </a:ext>
                </a:extLst>
              </p:cNvPr>
              <p:cNvSpPr txBox="1"/>
              <p:nvPr/>
            </p:nvSpPr>
            <p:spPr>
              <a:xfrm>
                <a:off x="1193639" y="2063003"/>
                <a:ext cx="7893225" cy="8306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nary>
                        <m:nary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𝑟𝑎𝑡𝑖𝑜𝑛𝑎𝑙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𝑎𝑏𝑜𝑢𝑡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CAF8A4-88C9-4413-9A71-6B6863EAE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639" y="2063003"/>
                <a:ext cx="7893225" cy="8306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84EF8C6-763D-426A-A04C-13A2ED74982B}"/>
              </a:ext>
            </a:extLst>
          </p:cNvPr>
          <p:cNvSpPr txBox="1"/>
          <p:nvPr/>
        </p:nvSpPr>
        <p:spPr>
          <a:xfrm>
            <a:off x="651586" y="5815173"/>
            <a:ext cx="10849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But we can’t calculate </a:t>
            </a:r>
            <a:r>
              <a:rPr lang="en-US" sz="2400" b="1" dirty="0"/>
              <a:t>CEI</a:t>
            </a:r>
            <a:r>
              <a:rPr lang="en-US" sz="2400" dirty="0"/>
              <a:t> by integrating charge density for now.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4C7B89-8894-4A6B-874C-8ECE6BD554DE}"/>
                  </a:ext>
                </a:extLst>
              </p:cNvPr>
              <p:cNvSpPr txBox="1"/>
              <p:nvPr/>
            </p:nvSpPr>
            <p:spPr>
              <a:xfrm>
                <a:off x="1193640" y="3045353"/>
                <a:ext cx="9614116" cy="930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func>
                                <m:funcPr>
                                  <m:ctrlPr>
                                    <a:rPr lang="en-US" sz="24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func>
                                <m:func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4C7B89-8894-4A6B-874C-8ECE6BD55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640" y="3045353"/>
                <a:ext cx="9614116" cy="9305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88F286-178F-4473-8A1A-6C6F4C60C163}"/>
                  </a:ext>
                </a:extLst>
              </p:cNvPr>
              <p:cNvSpPr txBox="1"/>
              <p:nvPr/>
            </p:nvSpPr>
            <p:spPr>
              <a:xfrm>
                <a:off x="1193639" y="4127667"/>
                <a:ext cx="3001518" cy="922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E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nary>
                        <m:nary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88F286-178F-4473-8A1A-6C6F4C60C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639" y="4127667"/>
                <a:ext cx="3001518" cy="9229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091FD82-FC85-4EA1-8A4E-7ECD73266949}"/>
                  </a:ext>
                </a:extLst>
              </p:cNvPr>
              <p:cNvSpPr txBox="1"/>
              <p:nvPr/>
            </p:nvSpPr>
            <p:spPr>
              <a:xfrm>
                <a:off x="4334692" y="4358210"/>
                <a:ext cx="38580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func>
                      <m:func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091FD82-FC85-4EA1-8A4E-7ECD73266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692" y="4358210"/>
                <a:ext cx="3858039" cy="461665"/>
              </a:xfrm>
              <a:prstGeom prst="rect">
                <a:avLst/>
              </a:prstGeom>
              <a:blipFill>
                <a:blip r:embed="rId6"/>
                <a:stretch>
                  <a:fillRect l="-2370" t="-10526" r="-237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757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SU(6) group algebra &amp; CMI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FCAAF3-A5F3-492E-B388-E3026181AB89}"/>
                  </a:ext>
                </a:extLst>
              </p:cNvPr>
              <p:cNvSpPr txBox="1"/>
              <p:nvPr/>
            </p:nvSpPr>
            <p:spPr>
              <a:xfrm>
                <a:off x="1193639" y="1850697"/>
                <a:ext cx="10620306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𝝀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𝝀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𝑆𝑈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𝑆𝑈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FCAAF3-A5F3-492E-B388-E3026181A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639" y="1850697"/>
                <a:ext cx="10620306" cy="7848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84AA72-CB15-4733-9EA3-1A3E410A3075}"/>
                  </a:ext>
                </a:extLst>
              </p:cNvPr>
              <p:cNvSpPr txBox="1"/>
              <p:nvPr/>
            </p:nvSpPr>
            <p:spPr>
              <a:xfrm>
                <a:off x="657606" y="1397388"/>
                <a:ext cx="107186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For a given flavor-spin-color wave function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400" dirty="0"/>
                  <a:t>, we have an average of SU(6) operator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84AA72-CB15-4733-9EA3-1A3E410A3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06" y="1397388"/>
                <a:ext cx="10718606" cy="461665"/>
              </a:xfrm>
              <a:prstGeom prst="rect">
                <a:avLst/>
              </a:prstGeom>
              <a:blipFill>
                <a:blip r:embed="rId3"/>
                <a:stretch>
                  <a:fillRect l="-910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1">
                <a:extLst>
                  <a:ext uri="{FF2B5EF4-FFF2-40B4-BE49-F238E27FC236}">
                    <a16:creationId xmlns:a16="http://schemas.microsoft.com/office/drawing/2014/main" id="{7EDB64A2-26DD-4039-8DE9-7A907F243D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8955923"/>
                  </p:ext>
                </p:extLst>
              </p:nvPr>
            </p:nvGraphicFramePr>
            <p:xfrm>
              <a:off x="0" y="2888012"/>
              <a:ext cx="8031284" cy="3969991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2007821">
                      <a:extLst>
                        <a:ext uri="{9D8B030D-6E8A-4147-A177-3AD203B41FA5}">
                          <a16:colId xmlns:a16="http://schemas.microsoft.com/office/drawing/2014/main" val="2040457538"/>
                        </a:ext>
                      </a:extLst>
                    </a:gridCol>
                    <a:gridCol w="2007821">
                      <a:extLst>
                        <a:ext uri="{9D8B030D-6E8A-4147-A177-3AD203B41FA5}">
                          <a16:colId xmlns:a16="http://schemas.microsoft.com/office/drawing/2014/main" val="1127454324"/>
                        </a:ext>
                      </a:extLst>
                    </a:gridCol>
                    <a:gridCol w="2007821">
                      <a:extLst>
                        <a:ext uri="{9D8B030D-6E8A-4147-A177-3AD203B41FA5}">
                          <a16:colId xmlns:a16="http://schemas.microsoft.com/office/drawing/2014/main" val="637037609"/>
                        </a:ext>
                      </a:extLst>
                    </a:gridCol>
                    <a:gridCol w="2007821">
                      <a:extLst>
                        <a:ext uri="{9D8B030D-6E8A-4147-A177-3AD203B41FA5}">
                          <a16:colId xmlns:a16="http://schemas.microsoft.com/office/drawing/2014/main" val="2285347988"/>
                        </a:ext>
                      </a:extLst>
                    </a:gridCol>
                  </a:tblGrid>
                  <a:tr h="3895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Hadron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Hadron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2820534"/>
                      </a:ext>
                    </a:extLst>
                  </a:tr>
                  <a:tr h="40647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𝑞𝑞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0464233"/>
                      </a:ext>
                    </a:extLst>
                  </a:tr>
                  <a:tr h="40647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𝑞𝑞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/3−32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𝑞𝑠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/3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l-GR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𝑞𝑞</m:t>
                                    </m:r>
                                  </m:sub>
                                </m:s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/3+16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𝑞𝑠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/3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845538"/>
                      </a:ext>
                    </a:extLst>
                  </a:tr>
                  <a:tr h="40647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l-GR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/3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08454"/>
                      </a:ext>
                    </a:extLst>
                  </a:tr>
                  <a:tr h="3895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/3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777164"/>
                      </a:ext>
                    </a:extLst>
                  </a:tr>
                  <a:tr h="4134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l-GR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/3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2972518"/>
                      </a:ext>
                    </a:extLst>
                  </a:tr>
                  <a:tr h="3895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/3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4585791"/>
                      </a:ext>
                    </a:extLst>
                  </a:tr>
                  <a:tr h="3895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/3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5923710"/>
                      </a:ext>
                    </a:extLst>
                  </a:tr>
                  <a:tr h="3895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/3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3251776"/>
                      </a:ext>
                    </a:extLst>
                  </a:tr>
                  <a:tr h="3895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/3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 Light" panose="020F0302020204030204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7776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1">
                <a:extLst>
                  <a:ext uri="{FF2B5EF4-FFF2-40B4-BE49-F238E27FC236}">
                    <a16:creationId xmlns:a16="http://schemas.microsoft.com/office/drawing/2014/main" id="{7EDB64A2-26DD-4039-8DE9-7A907F243D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8955923"/>
                  </p:ext>
                </p:extLst>
              </p:nvPr>
            </p:nvGraphicFramePr>
            <p:xfrm>
              <a:off x="0" y="2888012"/>
              <a:ext cx="8031284" cy="3969991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2007821">
                      <a:extLst>
                        <a:ext uri="{9D8B030D-6E8A-4147-A177-3AD203B41FA5}">
                          <a16:colId xmlns:a16="http://schemas.microsoft.com/office/drawing/2014/main" val="2040457538"/>
                        </a:ext>
                      </a:extLst>
                    </a:gridCol>
                    <a:gridCol w="2007821">
                      <a:extLst>
                        <a:ext uri="{9D8B030D-6E8A-4147-A177-3AD203B41FA5}">
                          <a16:colId xmlns:a16="http://schemas.microsoft.com/office/drawing/2014/main" val="1127454324"/>
                        </a:ext>
                      </a:extLst>
                    </a:gridCol>
                    <a:gridCol w="2007821">
                      <a:extLst>
                        <a:ext uri="{9D8B030D-6E8A-4147-A177-3AD203B41FA5}">
                          <a16:colId xmlns:a16="http://schemas.microsoft.com/office/drawing/2014/main" val="637037609"/>
                        </a:ext>
                      </a:extLst>
                    </a:gridCol>
                    <a:gridCol w="2007821">
                      <a:extLst>
                        <a:ext uri="{9D8B030D-6E8A-4147-A177-3AD203B41FA5}">
                          <a16:colId xmlns:a16="http://schemas.microsoft.com/office/drawing/2014/main" val="2285347988"/>
                        </a:ext>
                      </a:extLst>
                    </a:gridCol>
                  </a:tblGrid>
                  <a:tr h="3895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Hadron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304" t="-4688" r="-200608" b="-926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Hadron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08" t="-4688" r="-304" b="-926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2820534"/>
                      </a:ext>
                    </a:extLst>
                  </a:tr>
                  <a:tr h="4064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000" r="-299697" b="-7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304" t="-100000" r="-200608" b="-7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9697" t="-100000" r="-100000" b="-7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08" t="-100000" r="-304" b="-785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0464233"/>
                      </a:ext>
                    </a:extLst>
                  </a:tr>
                  <a:tr h="4064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0000" r="-299697" b="-6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304" t="-200000" r="-200608" b="-6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9697" t="-200000" r="-100000" b="-6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08" t="-200000" r="-304" b="-685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845538"/>
                      </a:ext>
                    </a:extLst>
                  </a:tr>
                  <a:tr h="4064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00000" r="-299697" b="-5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304" t="-300000" r="-200608" b="-5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9697" t="-300000" r="-100000" b="-5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08" t="-300000" r="-304" b="-585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08454"/>
                      </a:ext>
                    </a:extLst>
                  </a:tr>
                  <a:tr h="3895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18750" r="-299697" b="-5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304" t="-418750" r="-200608" b="-5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9697" t="-418750" r="-100000" b="-5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08" t="-418750" r="-304" b="-5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777164"/>
                      </a:ext>
                    </a:extLst>
                  </a:tr>
                  <a:tr h="4134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88235" r="-299697" b="-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304" t="-488235" r="-200608" b="-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9697" t="-488235" r="-100000" b="-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08" t="-488235" r="-304" b="-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2972518"/>
                      </a:ext>
                    </a:extLst>
                  </a:tr>
                  <a:tr h="3895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625000" r="-299697" b="-3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304" t="-625000" r="-200608" b="-3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9697" t="-625000" r="-100000" b="-3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08" t="-625000" r="-304" b="-3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4585791"/>
                      </a:ext>
                    </a:extLst>
                  </a:tr>
                  <a:tr h="3895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725000" r="-299697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304" t="-725000" r="-200608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9697" t="-725000" r="-100000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08" t="-725000" r="-304" b="-2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5923710"/>
                      </a:ext>
                    </a:extLst>
                  </a:tr>
                  <a:tr h="3895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825000" r="-299697" b="-1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304" t="-825000" r="-200608" b="-1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9697" t="-825000" r="-100000" b="-1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08" t="-825000" r="-304" b="-1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3251776"/>
                      </a:ext>
                    </a:extLst>
                  </a:tr>
                  <a:tr h="3895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925000" r="-299697" b="-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304" t="-925000" r="-200608" b="-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9697" t="-925000" r="-100000" b="-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608" t="-925000" r="-304" b="-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77760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3FFD942-1A4D-4263-87C8-FE87DC8B297B}"/>
              </a:ext>
            </a:extLst>
          </p:cNvPr>
          <p:cNvSpPr txBox="1"/>
          <p:nvPr/>
        </p:nvSpPr>
        <p:spPr>
          <a:xfrm>
            <a:off x="8935047" y="309734"/>
            <a:ext cx="3256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Si-</a:t>
            </a:r>
            <a:r>
              <a:rPr lang="en-US" dirty="0" err="1">
                <a:solidFill>
                  <a:srgbClr val="FF0000"/>
                </a:solidFill>
              </a:rPr>
              <a:t>Qiang</a:t>
            </a:r>
            <a:r>
              <a:rPr lang="en-US" dirty="0">
                <a:solidFill>
                  <a:srgbClr val="FF0000"/>
                </a:solidFill>
              </a:rPr>
              <a:t> Luo, 2017, Eur. Phys. J.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4">
                <a:extLst>
                  <a:ext uri="{FF2B5EF4-FFF2-40B4-BE49-F238E27FC236}">
                    <a16:creationId xmlns:a16="http://schemas.microsoft.com/office/drawing/2014/main" id="{D6212D61-177F-4511-92AF-2C3788FE61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7779732"/>
                  </p:ext>
                </p:extLst>
              </p:nvPr>
            </p:nvGraphicFramePr>
            <p:xfrm>
              <a:off x="8241852" y="2888012"/>
              <a:ext cx="3950148" cy="18288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975074">
                      <a:extLst>
                        <a:ext uri="{9D8B030D-6E8A-4147-A177-3AD203B41FA5}">
                          <a16:colId xmlns:a16="http://schemas.microsoft.com/office/drawing/2014/main" val="2139210545"/>
                        </a:ext>
                      </a:extLst>
                    </a:gridCol>
                    <a:gridCol w="1975074">
                      <a:extLst>
                        <a:ext uri="{9D8B030D-6E8A-4147-A177-3AD203B41FA5}">
                          <a16:colId xmlns:a16="http://schemas.microsoft.com/office/drawing/2014/main" val="2738337734"/>
                        </a:ext>
                      </a:extLst>
                    </a:gridCol>
                  </a:tblGrid>
                  <a:tr h="27438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𝑆𝑈</m:t>
                                </m:r>
                                <m:d>
                                  <m:d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</m:d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𝑟𝑒𝑝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3928950"/>
                      </a:ext>
                    </a:extLst>
                  </a:tr>
                  <a:tr h="2743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751903"/>
                      </a:ext>
                    </a:extLst>
                  </a:tr>
                  <a:tr h="2743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16/3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153748"/>
                      </a:ext>
                    </a:extLst>
                  </a:tr>
                  <a:tr h="2743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40/3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92359"/>
                      </a:ext>
                    </a:extLst>
                  </a:tr>
                  <a:tr h="2743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24436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4">
                <a:extLst>
                  <a:ext uri="{FF2B5EF4-FFF2-40B4-BE49-F238E27FC236}">
                    <a16:creationId xmlns:a16="http://schemas.microsoft.com/office/drawing/2014/main" id="{D6212D61-177F-4511-92AF-2C3788FE61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7779732"/>
                  </p:ext>
                </p:extLst>
              </p:nvPr>
            </p:nvGraphicFramePr>
            <p:xfrm>
              <a:off x="8241852" y="2888012"/>
              <a:ext cx="3950148" cy="18288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975074">
                      <a:extLst>
                        <a:ext uri="{9D8B030D-6E8A-4147-A177-3AD203B41FA5}">
                          <a16:colId xmlns:a16="http://schemas.microsoft.com/office/drawing/2014/main" val="2139210545"/>
                        </a:ext>
                      </a:extLst>
                    </a:gridCol>
                    <a:gridCol w="1975074">
                      <a:extLst>
                        <a:ext uri="{9D8B030D-6E8A-4147-A177-3AD203B41FA5}">
                          <a16:colId xmlns:a16="http://schemas.microsoft.com/office/drawing/2014/main" val="273833773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667" r="-100617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667" r="-617" b="-4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392895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01667" r="-100617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01667" r="-617" b="-3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7519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98361" r="-100617" b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98361" r="-617" b="-1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1537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303333" r="-100617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303333" r="-617" b="-10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923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403333" r="-100617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403333" r="-617" b="-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24436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6495AE60-CEDE-4CA8-894D-CD3C10AC8E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1431270"/>
                  </p:ext>
                </p:extLst>
              </p:nvPr>
            </p:nvGraphicFramePr>
            <p:xfrm>
              <a:off x="8241852" y="4663440"/>
              <a:ext cx="3950148" cy="219456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975074">
                      <a:extLst>
                        <a:ext uri="{9D8B030D-6E8A-4147-A177-3AD203B41FA5}">
                          <a16:colId xmlns:a16="http://schemas.microsoft.com/office/drawing/2014/main" val="2139210545"/>
                        </a:ext>
                      </a:extLst>
                    </a:gridCol>
                    <a:gridCol w="1975074">
                      <a:extLst>
                        <a:ext uri="{9D8B030D-6E8A-4147-A177-3AD203B41FA5}">
                          <a16:colId xmlns:a16="http://schemas.microsoft.com/office/drawing/2014/main" val="2738337734"/>
                        </a:ext>
                      </a:extLst>
                    </a:gridCol>
                  </a:tblGrid>
                  <a:tr h="2795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𝑆𝑈</m:t>
                                </m:r>
                                <m:d>
                                  <m:d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e>
                                </m:d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𝑟𝑒𝑝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3928950"/>
                      </a:ext>
                    </a:extLst>
                  </a:tr>
                  <a:tr h="2795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751903"/>
                      </a:ext>
                    </a:extLst>
                  </a:tr>
                  <a:tr h="2795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70/3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153748"/>
                      </a:ext>
                    </a:extLst>
                  </a:tr>
                  <a:tr h="2795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112/3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92359"/>
                      </a:ext>
                    </a:extLst>
                  </a:tr>
                  <a:tr h="2795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160/3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2443637"/>
                      </a:ext>
                    </a:extLst>
                  </a:tr>
                  <a:tr h="33872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48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6535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6495AE60-CEDE-4CA8-894D-CD3C10AC8E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1431270"/>
                  </p:ext>
                </p:extLst>
              </p:nvPr>
            </p:nvGraphicFramePr>
            <p:xfrm>
              <a:off x="8241852" y="4663440"/>
              <a:ext cx="3950148" cy="219456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975074">
                      <a:extLst>
                        <a:ext uri="{9D8B030D-6E8A-4147-A177-3AD203B41FA5}">
                          <a16:colId xmlns:a16="http://schemas.microsoft.com/office/drawing/2014/main" val="2139210545"/>
                        </a:ext>
                      </a:extLst>
                    </a:gridCol>
                    <a:gridCol w="1975074">
                      <a:extLst>
                        <a:ext uri="{9D8B030D-6E8A-4147-A177-3AD203B41FA5}">
                          <a16:colId xmlns:a16="http://schemas.microsoft.com/office/drawing/2014/main" val="273833773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3333" r="-100617" b="-5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t="-3333" r="-617" b="-5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392895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103333" r="-100617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t="-103333" r="-617" b="-4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7519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203333" r="-100617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t="-203333" r="-617" b="-3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1537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303333" r="-100617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t="-303333" r="-617" b="-2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923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403333" r="-100617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t="-403333" r="-617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24436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503333" r="-10061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t="-503333" r="-617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6535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1A2BAF4-3F9D-4D45-8FBD-1FEF7E0DB420}"/>
              </a:ext>
            </a:extLst>
          </p:cNvPr>
          <p:cNvSpPr txBox="1"/>
          <p:nvPr/>
        </p:nvSpPr>
        <p:spPr>
          <a:xfrm>
            <a:off x="8801100" y="625148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M. Karliner, 2017, PRD. 95, 034011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4D6678-0923-4C51-BA3D-D4532787545D}"/>
              </a:ext>
            </a:extLst>
          </p:cNvPr>
          <p:cNvSpPr txBox="1"/>
          <p:nvPr/>
        </p:nvSpPr>
        <p:spPr>
          <a:xfrm>
            <a:off x="10163907" y="4278"/>
            <a:ext cx="2028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arXiv:1903.11976v2</a:t>
            </a:r>
          </a:p>
        </p:txBody>
      </p:sp>
    </p:spTree>
    <p:extLst>
      <p:ext uri="{BB962C8B-B14F-4D97-AF65-F5344CB8AC3E}">
        <p14:creationId xmlns:p14="http://schemas.microsoft.com/office/powerpoint/2010/main" val="3905351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1411338" cy="1658198"/>
          </a:xfrm>
        </p:spPr>
        <p:txBody>
          <a:bodyPr>
            <a:normAutofit/>
          </a:bodyPr>
          <a:lstStyle/>
          <a:p>
            <a:r>
              <a:rPr lang="en-US" sz="4800" dirty="0"/>
              <a:t>Running Coupling Constant</a:t>
            </a:r>
            <a:endParaRPr lang="en-US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3CDB486-04D6-4552-BE85-6200EF52C8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83622" y="1122168"/>
                <a:ext cx="3485322" cy="2955715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f>
                      <m:fPr>
                        <m:ctrlPr>
                          <a:rPr lang="en-US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sz="24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sz="2400" i="1" dirty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i="1" dirty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 dirty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𝜅</m:t>
                                        </m:r>
                                      </m:e>
                                      <m:sup>
                                        <m:r>
                                          <a:rPr lang="en-US" sz="2400" i="1" dirty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400" i="1" dirty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 dirty="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 dirty="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𝛬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 dirty="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𝑄𝐶𝐷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2400" i="1" dirty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func>
                          <m:funcPr>
                            <m:ctrl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𝛬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𝑄𝐶𝐷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dirty="0">
                  <a:solidFill>
                    <a:srgbClr val="00B0F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f>
                      <m:f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𝛬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𝑄𝐶𝐷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dirty="0">
                  <a:solidFill>
                    <a:srgbClr val="00B0F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f>
                      <m:f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en-US" i="1" dirty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dirty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p>
                                        <m:r>
                                          <a:rPr lang="en-US" b="0" i="1" dirty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i="1" dirty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dirty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𝛬</m:t>
                                            </m:r>
                                          </m:e>
                                          <m:sub>
                                            <m:r>
                                              <a:rPr lang="en-US" i="1" dirty="0">
                                                <a:solidFill>
                                                  <a:srgbClr val="00B0F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𝑄𝐶𝐷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b="0" i="1" dirty="0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3CDB486-04D6-4552-BE85-6200EF52C8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83622" y="1122168"/>
                <a:ext cx="3485322" cy="295571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BFAFFBD-000D-4ADF-8256-559145395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30735"/>
            <a:ext cx="4180114" cy="28438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7CC51C-7ACE-4BA1-838C-E90B77D1EA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399" y="1122168"/>
            <a:ext cx="4180114" cy="2852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E6EE17-3AD3-4882-BC71-4F004E45A2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4583"/>
            <a:ext cx="4225550" cy="2883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C065FA-F932-41C8-AC99-CD8C9F5A43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549" y="3974583"/>
            <a:ext cx="4263963" cy="28834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E31A777-4642-426F-8233-8EAEF3DA74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83622" y="4587145"/>
                <a:ext cx="3485322" cy="22708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91440" indent="-91440" algn="l" defTabSz="914400" rtl="0" eaLnBrk="1" latinLnBrk="0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0.55</m:t>
                    </m:r>
                  </m:oMath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𝛬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𝑄𝐶𝐷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=0.281</m:t>
                    </m:r>
                  </m:oMath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(5</m:t>
                    </m:r>
                    <m:sSup>
                      <m:sSup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GeV</m:t>
                        </m:r>
                      </m:e>
                      <m:sup>
                        <m:r>
                          <a:rPr lang="en-US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0.55</m:t>
                    </m:r>
                  </m:oMath>
                </a14:m>
                <a:endParaRPr lang="en-US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=0.296</m:t>
                    </m:r>
                  </m:oMath>
                </a14:m>
                <a:endParaRPr lang="en-US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E31A777-4642-426F-8233-8EAEF3DA7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622" y="4587145"/>
                <a:ext cx="3485322" cy="2270855"/>
              </a:xfrm>
              <a:prstGeom prst="rect">
                <a:avLst/>
              </a:prstGeom>
              <a:blipFill>
                <a:blip r:embed="rId7"/>
                <a:stretch>
                  <a:fillRect l="-2273" b="-2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466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Our numerical calculation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E8E55-2773-402B-B24D-A9065BCCA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826" y="1209734"/>
            <a:ext cx="5262626" cy="5648267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DBC692-DD7F-449F-825B-573968626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70471" y="2629609"/>
            <a:ext cx="2821529" cy="4228391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6ABF52-16E4-4BE3-AF98-8A0B0EEE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09734"/>
            <a:ext cx="4670825" cy="56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5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Mass Spectrum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E035BE-6195-46EC-946A-64113DE3C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7" y="1318583"/>
            <a:ext cx="8913681" cy="553941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7C6A9D4B-5EBF-476C-A9B7-BC2A8ED238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95793" y="1487941"/>
                <a:ext cx="2950772" cy="56534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=0.279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=1.640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=5.090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1/4</m:t>
                        </m:r>
                      </m:sup>
                    </m:sSup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0.145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=1.84</m:t>
                    </m:r>
                  </m:oMath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𝑐𝑠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=−0.024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𝑏𝑠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=−0.030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𝑐𝑐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=−0.076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𝑏𝑏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=−0.125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GeV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7C6A9D4B-5EBF-476C-A9B7-BC2A8ED23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793" y="1487941"/>
                <a:ext cx="2950772" cy="56534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612FD05-C6F9-41EF-BCE7-9063379DA78C}"/>
              </a:ext>
            </a:extLst>
          </p:cNvPr>
          <p:cNvSpPr txBox="1"/>
          <p:nvPr/>
        </p:nvSpPr>
        <p:spPr>
          <a:xfrm>
            <a:off x="5116911" y="953991"/>
            <a:ext cx="394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K. Johnson, 1975, ACTA Physical Polonica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3D8726-B331-4E91-8008-FE5DCA1589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75" y="1323323"/>
            <a:ext cx="3980933" cy="25557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DFF929-73D0-4E53-B62D-34C2FC400572}"/>
              </a:ext>
            </a:extLst>
          </p:cNvPr>
          <p:cNvSpPr txBox="1"/>
          <p:nvPr/>
        </p:nvSpPr>
        <p:spPr>
          <a:xfrm>
            <a:off x="605814" y="1652518"/>
            <a:ext cx="1291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Error Bar</a:t>
            </a:r>
          </a:p>
        </p:txBody>
      </p:sp>
    </p:spTree>
    <p:extLst>
      <p:ext uri="{BB962C8B-B14F-4D97-AF65-F5344CB8AC3E}">
        <p14:creationId xmlns:p14="http://schemas.microsoft.com/office/powerpoint/2010/main" val="3215106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Magnetic Moments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13B6A5-663C-4053-A53B-E434F91D9A5C}"/>
              </a:ext>
            </a:extLst>
          </p:cNvPr>
          <p:cNvSpPr txBox="1"/>
          <p:nvPr/>
        </p:nvSpPr>
        <p:spPr>
          <a:xfrm>
            <a:off x="657606" y="1221548"/>
            <a:ext cx="10718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The book </a:t>
            </a:r>
            <a:r>
              <a:rPr lang="en-US" sz="2400" i="1" dirty="0">
                <a:solidFill>
                  <a:srgbClr val="002060"/>
                </a:solidFill>
                <a:latin typeface="+mj-lt"/>
              </a:rPr>
              <a:t>Introduction to Elementary Particles </a:t>
            </a:r>
            <a:r>
              <a:rPr lang="en-US" sz="2400" dirty="0">
                <a:latin typeface="+mj-lt"/>
              </a:rPr>
              <a:t>gives the following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153F4D0-01E1-430F-B8F5-3F4E9D5F1A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9659" y="1835163"/>
                <a:ext cx="3386996" cy="6845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91440" indent="-91440" algn="l" defTabSz="914400" rtl="0" eaLnBrk="1" latinLnBrk="0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153F4D0-01E1-430F-B8F5-3F4E9D5F1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9" y="1835163"/>
                <a:ext cx="3386996" cy="684564"/>
              </a:xfrm>
              <a:prstGeom prst="rect">
                <a:avLst/>
              </a:prstGeom>
              <a:blipFill>
                <a:blip r:embed="rId2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04C861-FA16-451B-97D7-16CEF46B9AD4}"/>
                  </a:ext>
                </a:extLst>
              </p:cNvPr>
              <p:cNvSpPr txBox="1"/>
              <p:nvPr/>
            </p:nvSpPr>
            <p:spPr>
              <a:xfrm>
                <a:off x="4906167" y="1861717"/>
                <a:ext cx="2312318" cy="679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ℏ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04C861-FA16-451B-97D7-16CEF46B9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167" y="1861717"/>
                <a:ext cx="2312318" cy="679545"/>
              </a:xfrm>
              <a:prstGeom prst="rect">
                <a:avLst/>
              </a:prstGeom>
              <a:blipFill>
                <a:blip r:embed="rId3"/>
                <a:stretch>
                  <a:fillRect l="-4222" r="-3166" b="-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ACD435-37B8-4EAA-9630-E606E25544DD}"/>
                  </a:ext>
                </a:extLst>
              </p:cNvPr>
              <p:cNvSpPr txBox="1"/>
              <p:nvPr/>
            </p:nvSpPr>
            <p:spPr>
              <a:xfrm>
                <a:off x="1199659" y="2671676"/>
                <a:ext cx="6730837" cy="8480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 </m:t>
                              </m: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 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ACD435-37B8-4EAA-9630-E606E2554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9" y="2671676"/>
                <a:ext cx="6730837" cy="8480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BD743C1-9F2D-4170-BA1D-E3C8611876B4}"/>
              </a:ext>
            </a:extLst>
          </p:cNvPr>
          <p:cNvSpPr txBox="1"/>
          <p:nvPr/>
        </p:nvSpPr>
        <p:spPr>
          <a:xfrm>
            <a:off x="657606" y="3818769"/>
            <a:ext cx="10718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In the frame of </a:t>
            </a:r>
            <a:r>
              <a:rPr lang="en-US" sz="2400" b="1" dirty="0"/>
              <a:t>MIT Bag</a:t>
            </a:r>
            <a:r>
              <a:rPr lang="en-US" sz="2400" dirty="0"/>
              <a:t> &amp; </a:t>
            </a:r>
            <a:r>
              <a:rPr lang="en-US" sz="2400" b="1" dirty="0"/>
              <a:t>Quark</a:t>
            </a:r>
            <a:r>
              <a:rPr lang="en-US" sz="2400" dirty="0"/>
              <a:t> Model, we have summarized method </a:t>
            </a:r>
            <a:endParaRPr lang="en-US" sz="2400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98DADE-DD6F-4029-9276-9890CB885CC2}"/>
              </a:ext>
            </a:extLst>
          </p:cNvPr>
          <p:cNvSpPr txBox="1"/>
          <p:nvPr/>
        </p:nvSpPr>
        <p:spPr>
          <a:xfrm>
            <a:off x="0" y="6488668"/>
            <a:ext cx="4906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David Griffiths, </a:t>
            </a:r>
            <a:r>
              <a:rPr lang="en-US" i="1" dirty="0">
                <a:solidFill>
                  <a:srgbClr val="FF0000"/>
                </a:solidFill>
              </a:rPr>
              <a:t>Introduction to Elementary Particles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3938C7-D3CD-4AA5-B45B-12974C1DBDCA}"/>
                  </a:ext>
                </a:extLst>
              </p:cNvPr>
              <p:cNvSpPr txBox="1"/>
              <p:nvPr/>
            </p:nvSpPr>
            <p:spPr>
              <a:xfrm>
                <a:off x="1199659" y="4432383"/>
                <a:ext cx="5834187" cy="679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ℏ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−3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3938C7-D3CD-4AA5-B45B-12974C1DB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9" y="4432383"/>
                <a:ext cx="5834187" cy="679545"/>
              </a:xfrm>
              <a:prstGeom prst="rect">
                <a:avLst/>
              </a:prstGeom>
              <a:blipFill>
                <a:blip r:embed="rId5"/>
                <a:stretch>
                  <a:fillRect b="-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B176F2D-6C4C-45B0-A7C1-8661812DFF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72063" y="5263877"/>
                <a:ext cx="6819937" cy="15941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=1/2;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=1/2;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/3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=3/2;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B176F2D-6C4C-45B0-A7C1-8661812DF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063" y="5263877"/>
                <a:ext cx="6819937" cy="1594123"/>
              </a:xfrm>
              <a:prstGeom prst="rect">
                <a:avLst/>
              </a:prstGeom>
              <a:blipFill>
                <a:blip r:embed="rId6"/>
                <a:stretch>
                  <a:fillRect l="-1340" t="-7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B14B3C4-8E89-46A2-95F0-2817169BD3A4}"/>
              </a:ext>
            </a:extLst>
          </p:cNvPr>
          <p:cNvSpPr txBox="1"/>
          <p:nvPr/>
        </p:nvSpPr>
        <p:spPr>
          <a:xfrm>
            <a:off x="0" y="6119336"/>
            <a:ext cx="4586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A. </a:t>
            </a:r>
            <a:r>
              <a:rPr lang="en-US" dirty="0" err="1">
                <a:solidFill>
                  <a:srgbClr val="FF0000"/>
                </a:solidFill>
              </a:rPr>
              <a:t>Bernotas</a:t>
            </a:r>
            <a:r>
              <a:rPr lang="en-US" dirty="0">
                <a:solidFill>
                  <a:srgbClr val="FF0000"/>
                </a:solidFill>
              </a:rPr>
              <a:t>, Lithuanian Journal of Physics, 2013</a:t>
            </a:r>
            <a:endParaRPr lang="en-US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1DE74D-0AF5-48AF-A4C0-0CBC63AEB557}"/>
                  </a:ext>
                </a:extLst>
              </p:cNvPr>
              <p:cNvSpPr txBox="1"/>
              <p:nvPr/>
            </p:nvSpPr>
            <p:spPr>
              <a:xfrm>
                <a:off x="1199659" y="5263877"/>
                <a:ext cx="4049349" cy="859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/3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1DE74D-0AF5-48AF-A4C0-0CBC63AEB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9" y="5263877"/>
                <a:ext cx="4049349" cy="859531"/>
              </a:xfrm>
              <a:prstGeom prst="rect">
                <a:avLst/>
              </a:prstGeom>
              <a:blipFill>
                <a:blip r:embed="rId7"/>
                <a:stretch>
                  <a:fillRect l="-301" r="-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715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Other quantities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13B6A5-663C-4053-A53B-E434F91D9A5C}"/>
              </a:ext>
            </a:extLst>
          </p:cNvPr>
          <p:cNvSpPr txBox="1"/>
          <p:nvPr/>
        </p:nvSpPr>
        <p:spPr>
          <a:xfrm>
            <a:off x="657606" y="1221548"/>
            <a:ext cx="10718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We may study axial-vector coupling constant and mean square charge radius</a:t>
            </a:r>
            <a:endParaRPr lang="en-US" sz="2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153F4D0-01E1-430F-B8F5-3F4E9D5F1A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9658" y="1835163"/>
                <a:ext cx="10054496" cy="951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91440" indent="-91440" algn="l" defTabSz="914400" rtl="0" eaLnBrk="1" latinLnBrk="0" hangingPunct="1">
                  <a:lnSpc>
                    <a:spcPct val="85000"/>
                  </a:lnSpc>
                  <a:spcBef>
                    <a:spcPts val="13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29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54864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2000" i="1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22960" indent="-82296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97280" indent="-109728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2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4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6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800000" indent="-228600" algn="l" defTabSz="914400" rtl="0" eaLnBrk="1" latinLnBrk="0" hangingPunct="1">
                  <a:lnSpc>
                    <a:spcPct val="85000"/>
                  </a:lnSpc>
                  <a:spcBef>
                    <a:spcPts val="600"/>
                  </a:spcBef>
                  <a:buFont typeface="Arial" pitchFamily="34" charset="0"/>
                  <a:buChar char=" 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f>
                        <m:f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sSup>
                            <m:sSupPr>
                              <m:ctrlP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d>
                                    <m:dPr>
                                      <m:ctrlPr>
                                        <a:rPr lang="en-US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153F4D0-01E1-430F-B8F5-3F4E9D5F1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1835163"/>
                <a:ext cx="10054496" cy="951671"/>
              </a:xfrm>
              <a:prstGeom prst="rect">
                <a:avLst/>
              </a:prstGeom>
              <a:blipFill>
                <a:blip r:embed="rId2"/>
                <a:stretch>
                  <a:fillRect t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ACD435-37B8-4EAA-9630-E606E25544DD}"/>
                  </a:ext>
                </a:extLst>
              </p:cNvPr>
              <p:cNvSpPr txBox="1"/>
              <p:nvPr/>
            </p:nvSpPr>
            <p:spPr>
              <a:xfrm>
                <a:off x="403333" y="2938784"/>
                <a:ext cx="11788667" cy="951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num>
                        <m:den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ACD435-37B8-4EAA-9630-E606E2554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33" y="2938784"/>
                <a:ext cx="11788667" cy="9516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968F19-AE27-4AE1-9966-BD3B205DF109}"/>
                  </a:ext>
                </a:extLst>
              </p:cNvPr>
              <p:cNvSpPr txBox="1"/>
              <p:nvPr/>
            </p:nvSpPr>
            <p:spPr>
              <a:xfrm>
                <a:off x="657606" y="4042405"/>
                <a:ext cx="79764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and Gamow-Teller decay mode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2+3+4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968F19-AE27-4AE1-9966-BD3B205DF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06" y="4042405"/>
                <a:ext cx="7976440" cy="461665"/>
              </a:xfrm>
              <a:prstGeom prst="rect">
                <a:avLst/>
              </a:prstGeom>
              <a:blipFill>
                <a:blip r:embed="rId4"/>
                <a:stretch>
                  <a:fillRect l="-122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7A5BD8-DF7F-476F-903C-4ABA05A0B8EF}"/>
                  </a:ext>
                </a:extLst>
              </p:cNvPr>
              <p:cNvSpPr txBox="1"/>
              <p:nvPr/>
            </p:nvSpPr>
            <p:spPr>
              <a:xfrm>
                <a:off x="1199658" y="4656020"/>
                <a:ext cx="4083792" cy="7939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7A5BD8-DF7F-476F-903C-4ABA05A0B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4656020"/>
                <a:ext cx="4083792" cy="7939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EAA85BE-E883-4306-A78D-B7E49C2CA8DE}"/>
              </a:ext>
            </a:extLst>
          </p:cNvPr>
          <p:cNvSpPr txBox="1"/>
          <p:nvPr/>
        </p:nvSpPr>
        <p:spPr>
          <a:xfrm>
            <a:off x="5141297" y="793979"/>
            <a:ext cx="353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T. </a:t>
            </a:r>
            <a:r>
              <a:rPr lang="en-US" dirty="0" err="1">
                <a:solidFill>
                  <a:srgbClr val="FF0000"/>
                </a:solidFill>
              </a:rPr>
              <a:t>DeGrand</a:t>
            </a:r>
            <a:r>
              <a:rPr lang="en-US" dirty="0">
                <a:solidFill>
                  <a:srgbClr val="FF0000"/>
                </a:solidFill>
              </a:rPr>
              <a:t>, 1975, Physical Review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01E2549-5DA2-44AC-BAFC-5A045D9CE403}"/>
                  </a:ext>
                </a:extLst>
              </p:cNvPr>
              <p:cNvSpPr txBox="1"/>
              <p:nvPr/>
            </p:nvSpPr>
            <p:spPr>
              <a:xfrm>
                <a:off x="1199658" y="5601905"/>
                <a:ext cx="3804138" cy="928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d>
                        <m:dPr>
                          <m:ctrlPr>
                            <a:rPr lang="el-GR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l-GR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l-GR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  <m:sSubSup>
                            <m:sSubSupPr>
                              <m:ctrlP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01E2549-5DA2-44AC-BAFC-5A045D9CE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58" y="5601905"/>
                <a:ext cx="3804138" cy="9285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9">
                <a:extLst>
                  <a:ext uri="{FF2B5EF4-FFF2-40B4-BE49-F238E27FC236}">
                    <a16:creationId xmlns:a16="http://schemas.microsoft.com/office/drawing/2014/main" id="{83FE7086-8946-46C7-8AA4-E3A04BE32E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7193100"/>
                  </p:ext>
                </p:extLst>
              </p:nvPr>
            </p:nvGraphicFramePr>
            <p:xfrm>
              <a:off x="5680801" y="4980458"/>
              <a:ext cx="3186849" cy="1854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062283">
                      <a:extLst>
                        <a:ext uri="{9D8B030D-6E8A-4147-A177-3AD203B41FA5}">
                          <a16:colId xmlns:a16="http://schemas.microsoft.com/office/drawing/2014/main" val="406841882"/>
                        </a:ext>
                      </a:extLst>
                    </a:gridCol>
                    <a:gridCol w="1062283">
                      <a:extLst>
                        <a:ext uri="{9D8B030D-6E8A-4147-A177-3AD203B41FA5}">
                          <a16:colId xmlns:a16="http://schemas.microsoft.com/office/drawing/2014/main" val="4101129621"/>
                        </a:ext>
                      </a:extLst>
                    </a:gridCol>
                    <a:gridCol w="1062283">
                      <a:extLst>
                        <a:ext uri="{9D8B030D-6E8A-4147-A177-3AD203B41FA5}">
                          <a16:colId xmlns:a16="http://schemas.microsoft.com/office/drawing/2014/main" val="2301644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Mode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𝑏𝑎𝑔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𝑒𝑥𝑝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34033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103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120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625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Λ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41.3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30.8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66090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5.2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4.2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1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Ξ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Ξ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14.5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9.1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38542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9">
                <a:extLst>
                  <a:ext uri="{FF2B5EF4-FFF2-40B4-BE49-F238E27FC236}">
                    <a16:creationId xmlns:a16="http://schemas.microsoft.com/office/drawing/2014/main" id="{83FE7086-8946-46C7-8AA4-E3A04BE32E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7193100"/>
                  </p:ext>
                </p:extLst>
              </p:nvPr>
            </p:nvGraphicFramePr>
            <p:xfrm>
              <a:off x="5680801" y="4980458"/>
              <a:ext cx="3186849" cy="1854200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062283">
                      <a:extLst>
                        <a:ext uri="{9D8B030D-6E8A-4147-A177-3AD203B41FA5}">
                          <a16:colId xmlns:a16="http://schemas.microsoft.com/office/drawing/2014/main" val="406841882"/>
                        </a:ext>
                      </a:extLst>
                    </a:gridCol>
                    <a:gridCol w="1062283">
                      <a:extLst>
                        <a:ext uri="{9D8B030D-6E8A-4147-A177-3AD203B41FA5}">
                          <a16:colId xmlns:a16="http://schemas.microsoft.com/office/drawing/2014/main" val="4101129621"/>
                        </a:ext>
                      </a:extLst>
                    </a:gridCol>
                    <a:gridCol w="1062283">
                      <a:extLst>
                        <a:ext uri="{9D8B030D-6E8A-4147-A177-3AD203B41FA5}">
                          <a16:colId xmlns:a16="http://schemas.microsoft.com/office/drawing/2014/main" val="2301644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Mode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0575" t="-9836" r="-101149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99429" t="-9836" r="-571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34033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7"/>
                          <a:stretch>
                            <a:fillRect t="-109836" r="-200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103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120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625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t="-209836" r="-200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41.3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30.8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66090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t="-309836" r="-2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5.2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4.2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1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409836" r="-2000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14.5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9.1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385421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04B73E2-C2F9-4876-8C14-6DB47304FCF8}"/>
              </a:ext>
            </a:extLst>
          </p:cNvPr>
          <p:cNvSpPr txBox="1"/>
          <p:nvPr/>
        </p:nvSpPr>
        <p:spPr>
          <a:xfrm>
            <a:off x="6908551" y="4557598"/>
            <a:ext cx="3804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J. F. Donoghue, 1975, Physical Review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9">
                <a:extLst>
                  <a:ext uri="{FF2B5EF4-FFF2-40B4-BE49-F238E27FC236}">
                    <a16:creationId xmlns:a16="http://schemas.microsoft.com/office/drawing/2014/main" id="{18A74BB6-F4F4-4AE4-A8FD-FAB1CDC9A6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4493706"/>
                  </p:ext>
                </p:extLst>
              </p:nvPr>
            </p:nvGraphicFramePr>
            <p:xfrm>
              <a:off x="8898096" y="4980458"/>
              <a:ext cx="3186850" cy="1854199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593425">
                      <a:extLst>
                        <a:ext uri="{9D8B030D-6E8A-4147-A177-3AD203B41FA5}">
                          <a16:colId xmlns:a16="http://schemas.microsoft.com/office/drawing/2014/main" val="406841882"/>
                        </a:ext>
                      </a:extLst>
                    </a:gridCol>
                    <a:gridCol w="1593425">
                      <a:extLst>
                        <a:ext uri="{9D8B030D-6E8A-4147-A177-3AD203B41FA5}">
                          <a16:colId xmlns:a16="http://schemas.microsoft.com/office/drawing/2014/main" val="4101129621"/>
                        </a:ext>
                      </a:extLst>
                    </a:gridCol>
                  </a:tblGrid>
                  <a:tr h="37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l-GR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sz="18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8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1/2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3403323"/>
                      </a:ext>
                    </a:extLst>
                  </a:tr>
                  <a:tr h="36877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1.03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625049"/>
                      </a:ext>
                    </a:extLst>
                  </a:tr>
                  <a:tr h="36877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6609052"/>
                      </a:ext>
                    </a:extLst>
                  </a:tr>
                  <a:tr h="36877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1.05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1255"/>
                      </a:ext>
                    </a:extLst>
                  </a:tr>
                  <a:tr h="36877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Ξ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0.35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38542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9">
                <a:extLst>
                  <a:ext uri="{FF2B5EF4-FFF2-40B4-BE49-F238E27FC236}">
                    <a16:creationId xmlns:a16="http://schemas.microsoft.com/office/drawing/2014/main" id="{18A74BB6-F4F4-4AE4-A8FD-FAB1CDC9A6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4493706"/>
                  </p:ext>
                </p:extLst>
              </p:nvPr>
            </p:nvGraphicFramePr>
            <p:xfrm>
              <a:off x="8898096" y="4980458"/>
              <a:ext cx="3186850" cy="1854199"/>
            </p:xfrm>
            <a:graphic>
              <a:graphicData uri="http://schemas.openxmlformats.org/drawingml/2006/table">
                <a:tbl>
                  <a:tblPr firstRow="1" bandRow="1">
                    <a:tableStyleId>{8EC20E35-A176-4012-BC5E-935CFFF8708E}</a:tableStyleId>
                  </a:tblPr>
                  <a:tblGrid>
                    <a:gridCol w="1593425">
                      <a:extLst>
                        <a:ext uri="{9D8B030D-6E8A-4147-A177-3AD203B41FA5}">
                          <a16:colId xmlns:a16="http://schemas.microsoft.com/office/drawing/2014/main" val="406841882"/>
                        </a:ext>
                      </a:extLst>
                    </a:gridCol>
                    <a:gridCol w="1593425">
                      <a:extLst>
                        <a:ext uri="{9D8B030D-6E8A-4147-A177-3AD203B41FA5}">
                          <a16:colId xmlns:a16="http://schemas.microsoft.com/office/drawing/2014/main" val="4101129621"/>
                        </a:ext>
                      </a:extLst>
                    </a:gridCol>
                  </a:tblGrid>
                  <a:tr h="379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000" t="-8065" r="-382" b="-4145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3403323"/>
                      </a:ext>
                    </a:extLst>
                  </a:tr>
                  <a:tr h="3687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8"/>
                          <a:stretch>
                            <a:fillRect t="-109836" r="-10038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1.03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3625049"/>
                      </a:ext>
                    </a:extLst>
                  </a:tr>
                  <a:tr h="3687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t="-209836" r="-100382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6609052"/>
                      </a:ext>
                    </a:extLst>
                  </a:tr>
                  <a:tr h="3687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8"/>
                          <a:stretch>
                            <a:fillRect t="-315000" r="-100382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1.05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751255"/>
                      </a:ext>
                    </a:extLst>
                  </a:tr>
                  <a:tr h="3687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t="-408197" r="-100382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0.35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385421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99786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C40E-F29B-4329-A72E-38AEA43D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-5680"/>
            <a:ext cx="10928580" cy="1658198"/>
          </a:xfrm>
        </p:spPr>
        <p:txBody>
          <a:bodyPr>
            <a:normAutofit/>
          </a:bodyPr>
          <a:lstStyle/>
          <a:p>
            <a:r>
              <a:rPr lang="en-US" sz="4800" dirty="0"/>
              <a:t>Questions and Prospect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6A3C8A73-AB76-4CE0-9FDB-C361AA4C0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06" y="2022230"/>
            <a:ext cx="5376862" cy="234754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Reduce the errors of mass spectrum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Mass spectrum of exotic states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CMI and magnetic moments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Mean square charge radius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Weak and radiative decay modes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49E9E99-13AF-41F5-B44E-F19E585348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4332130"/>
              </p:ext>
            </p:extLst>
          </p:nvPr>
        </p:nvGraphicFramePr>
        <p:xfrm>
          <a:off x="6096000" y="1890346"/>
          <a:ext cx="5294068" cy="30773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6976BBF-CD63-4043-A323-D844A173E00C}"/>
              </a:ext>
            </a:extLst>
          </p:cNvPr>
          <p:cNvSpPr txBox="1"/>
          <p:nvPr/>
        </p:nvSpPr>
        <p:spPr>
          <a:xfrm>
            <a:off x="657606" y="5565530"/>
            <a:ext cx="3984732" cy="46166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>
              <a:buNone/>
            </a:pPr>
            <a:r>
              <a:rPr lang="en-US" sz="2400" b="1" dirty="0">
                <a:ln/>
                <a:solidFill>
                  <a:srgbClr val="7030A0"/>
                </a:solidFill>
              </a:rPr>
              <a:t>All start with mass spectrum!!!</a:t>
            </a:r>
            <a:endParaRPr lang="en-US" sz="2400" b="1" dirty="0">
              <a:ln/>
              <a:solidFill>
                <a:srgbClr val="7030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27623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BBA732-8C0E-4F74-9A64-A8C6AFC939EA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𝑇h𝑎</m:t>
                      </m:r>
                      <m:r>
                        <m:rPr>
                          <m:nor/>
                        </m:rPr>
                        <a:rPr lang="en-US" sz="4800" b="0" i="1" dirty="0" smtClean="0">
                          <a:latin typeface="Cambria Math" panose="02040503050406030204" pitchFamily="18" charset="0"/>
                        </a:rPr>
                        <m:t>nk</m:t>
                      </m:r>
                      <m:r>
                        <m:rPr>
                          <m:nor/>
                        </m:rPr>
                        <a:rPr lang="en-US" sz="4800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nor/>
                        </m:rPr>
                        <a:rPr lang="en-US" sz="4800" b="0" i="1" dirty="0" smtClean="0">
                          <a:latin typeface="Cambria Math" panose="02040503050406030204" pitchFamily="18" charset="0"/>
                        </a:rPr>
                        <m:t>you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BBA732-8C0E-4F74-9A64-A8C6AFC939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5188784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5951</TotalTime>
  <Words>833</Words>
  <Application>Microsoft Office PowerPoint</Application>
  <PresentationFormat>Widescreen</PresentationFormat>
  <Paragraphs>189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Metropolitan</vt:lpstr>
      <vt:lpstr>MIT Bag Model leads to magnetic moments and other quantities of exotic states</vt:lpstr>
      <vt:lpstr>Brief introduction to exotic states</vt:lpstr>
      <vt:lpstr>Why MIT Bag Model?</vt:lpstr>
      <vt:lpstr>Mass formula in aspect of Bag Model</vt:lpstr>
      <vt:lpstr>PowerPoint Presentation</vt:lpstr>
      <vt:lpstr>SU(6) group algebra &amp; CMI Model</vt:lpstr>
      <vt:lpstr>Running Coupling Constant</vt:lpstr>
      <vt:lpstr>Our numerical calculation</vt:lpstr>
      <vt:lpstr>Mass Spectrum</vt:lpstr>
      <vt:lpstr>Magnetic Moments</vt:lpstr>
      <vt:lpstr>Other quantities</vt:lpstr>
      <vt:lpstr>Questions and Prospect</vt:lpstr>
      <vt:lpstr>Tha"nk   you"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the MIT Bag Model</dc:title>
  <dc:creator>张 文轩</dc:creator>
  <cp:lastModifiedBy>张 文轩</cp:lastModifiedBy>
  <cp:revision>134</cp:revision>
  <dcterms:created xsi:type="dcterms:W3CDTF">2019-12-14T14:03:00Z</dcterms:created>
  <dcterms:modified xsi:type="dcterms:W3CDTF">2020-12-01T07:27:17Z</dcterms:modified>
</cp:coreProperties>
</file>