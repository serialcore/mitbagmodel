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14"/>
  </p:notesMasterIdLst>
  <p:sldIdLst>
    <p:sldId id="256" r:id="rId2"/>
    <p:sldId id="268" r:id="rId3"/>
    <p:sldId id="261" r:id="rId4"/>
    <p:sldId id="262" r:id="rId5"/>
    <p:sldId id="272" r:id="rId6"/>
    <p:sldId id="276" r:id="rId7"/>
    <p:sldId id="270" r:id="rId8"/>
    <p:sldId id="271" r:id="rId9"/>
    <p:sldId id="279" r:id="rId10"/>
    <p:sldId id="277" r:id="rId11"/>
    <p:sldId id="263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文轩" initials="张" lastIdx="2" clrIdx="0">
    <p:extLst>
      <p:ext uri="{19B8F6BF-5375-455C-9EA6-DF929625EA0E}">
        <p15:presenceInfo xmlns:p15="http://schemas.microsoft.com/office/powerpoint/2012/main" userId="f99d3195cb2c0d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1" autoAdjust="0"/>
    <p:restoredTop sz="93687" autoAdjust="0"/>
  </p:normalViewPr>
  <p:slideViewPr>
    <p:cSldViewPr snapToGrid="0">
      <p:cViewPr varScale="1">
        <p:scale>
          <a:sx n="83" d="100"/>
          <a:sy n="83" d="100"/>
        </p:scale>
        <p:origin x="20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文轩" userId="f99d3195cb2c0d15" providerId="LiveId" clId="{01347078-08BC-4EB0-9707-DB775C0B5740}"/>
    <pc:docChg chg="undo redo custSel addSld delSld modSld sldOrd">
      <pc:chgData name="张 文轩" userId="f99d3195cb2c0d15" providerId="LiveId" clId="{01347078-08BC-4EB0-9707-DB775C0B5740}" dt="2020-03-02T07:51:15.036" v="5921" actId="207"/>
      <pc:docMkLst>
        <pc:docMk/>
      </pc:docMkLst>
      <pc:sldChg chg="modSp add">
        <pc:chgData name="张 文轩" userId="f99d3195cb2c0d15" providerId="LiveId" clId="{01347078-08BC-4EB0-9707-DB775C0B5740}" dt="2019-12-14T14:56:09.583" v="120" actId="1076"/>
        <pc:sldMkLst>
          <pc:docMk/>
          <pc:sldMk cId="1768941005" sldId="256"/>
        </pc:sldMkLst>
        <pc:spChg chg="mod">
          <ac:chgData name="张 文轩" userId="f99d3195cb2c0d15" providerId="LiveId" clId="{01347078-08BC-4EB0-9707-DB775C0B5740}" dt="2019-12-14T14:03:14.958" v="34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01347078-08BC-4EB0-9707-DB775C0B5740}" dt="2019-12-14T14:56:09.583" v="120" actId="1076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addCm delCm">
        <pc:chgData name="张 文轩" userId="f99d3195cb2c0d15" providerId="LiveId" clId="{01347078-08BC-4EB0-9707-DB775C0B5740}" dt="2019-12-24T05:17:11.214" v="5044" actId="478"/>
        <pc:sldMkLst>
          <pc:docMk/>
          <pc:sldMk cId="831083259" sldId="257"/>
        </pc:sldMkLst>
        <pc:spChg chg="mod">
          <ac:chgData name="张 文轩" userId="f99d3195cb2c0d15" providerId="LiveId" clId="{01347078-08BC-4EB0-9707-DB775C0B5740}" dt="2019-12-15T09:17:45.030" v="122" actId="1076"/>
          <ac:spMkLst>
            <pc:docMk/>
            <pc:sldMk cId="831083259" sldId="257"/>
            <ac:spMk id="2" creationId="{6F26C40E-F29B-4329-A72E-38AEA43DFCA5}"/>
          </ac:spMkLst>
        </pc:spChg>
        <pc:spChg chg="mod">
          <ac:chgData name="张 文轩" userId="f99d3195cb2c0d15" providerId="LiveId" clId="{01347078-08BC-4EB0-9707-DB775C0B5740}" dt="2019-12-17T11:53:08.201" v="3227" actId="20577"/>
          <ac:spMkLst>
            <pc:docMk/>
            <pc:sldMk cId="831083259" sldId="257"/>
            <ac:spMk id="3" creationId="{0BD8B4B2-8C52-4E3F-9B73-5B99188B0C61}"/>
          </ac:spMkLst>
        </pc:spChg>
        <pc:spChg chg="add del mod">
          <ac:chgData name="张 文轩" userId="f99d3195cb2c0d15" providerId="LiveId" clId="{01347078-08BC-4EB0-9707-DB775C0B5740}" dt="2019-12-15T13:19:34.465" v="771" actId="478"/>
          <ac:spMkLst>
            <pc:docMk/>
            <pc:sldMk cId="831083259" sldId="257"/>
            <ac:spMk id="4" creationId="{09AA8357-047D-4500-BEE8-F021FC7FB8FD}"/>
          </ac:spMkLst>
        </pc:spChg>
        <pc:spChg chg="add del mod">
          <ac:chgData name="张 文轩" userId="f99d3195cb2c0d15" providerId="LiveId" clId="{01347078-08BC-4EB0-9707-DB775C0B5740}" dt="2019-12-18T02:27:12.351" v="3375"/>
          <ac:spMkLst>
            <pc:docMk/>
            <pc:sldMk cId="831083259" sldId="257"/>
            <ac:spMk id="4" creationId="{C95EFD60-8516-4BE6-8DB9-45FF597D27F5}"/>
          </ac:spMkLst>
        </pc:spChg>
        <pc:spChg chg="add del mod">
          <ac:chgData name="张 文轩" userId="f99d3195cb2c0d15" providerId="LiveId" clId="{01347078-08BC-4EB0-9707-DB775C0B5740}" dt="2019-12-15T11:06:12.317" v="666" actId="478"/>
          <ac:spMkLst>
            <pc:docMk/>
            <pc:sldMk cId="831083259" sldId="257"/>
            <ac:spMk id="6" creationId="{A59188D6-6A64-45B8-A99B-B01905221A74}"/>
          </ac:spMkLst>
        </pc:spChg>
        <pc:spChg chg="add mod">
          <ac:chgData name="张 文轩" userId="f99d3195cb2c0d15" providerId="LiveId" clId="{01347078-08BC-4EB0-9707-DB775C0B5740}" dt="2019-12-18T02:49:52.299" v="3615" actId="1076"/>
          <ac:spMkLst>
            <pc:docMk/>
            <pc:sldMk cId="831083259" sldId="257"/>
            <ac:spMk id="6" creationId="{D920AC3B-1D2C-48A8-8C6E-A9FBC971D602}"/>
          </ac:spMkLst>
        </pc:spChg>
        <pc:spChg chg="add del mod">
          <ac:chgData name="张 文轩" userId="f99d3195cb2c0d15" providerId="LiveId" clId="{01347078-08BC-4EB0-9707-DB775C0B5740}" dt="2019-12-15T11:05:42.996" v="658" actId="478"/>
          <ac:spMkLst>
            <pc:docMk/>
            <pc:sldMk cId="831083259" sldId="257"/>
            <ac:spMk id="7" creationId="{1107E948-EADB-461A-8F74-45BF3D8706E4}"/>
          </ac:spMkLst>
        </pc:spChg>
        <pc:spChg chg="add del mod">
          <ac:chgData name="张 文轩" userId="f99d3195cb2c0d15" providerId="LiveId" clId="{01347078-08BC-4EB0-9707-DB775C0B5740}" dt="2019-12-15T11:05:16.770" v="656" actId="478"/>
          <ac:spMkLst>
            <pc:docMk/>
            <pc:sldMk cId="831083259" sldId="257"/>
            <ac:spMk id="8" creationId="{5C25C091-1B47-4EBB-81B1-8C5BFFE70027}"/>
          </ac:spMkLst>
        </pc:spChg>
        <pc:spChg chg="add mod">
          <ac:chgData name="张 文轩" userId="f99d3195cb2c0d15" providerId="LiveId" clId="{01347078-08BC-4EB0-9707-DB775C0B5740}" dt="2019-12-24T05:16:59.459" v="5041" actId="1076"/>
          <ac:spMkLst>
            <pc:docMk/>
            <pc:sldMk cId="831083259" sldId="257"/>
            <ac:spMk id="11" creationId="{994F7734-10B3-4E5D-B254-D29FF8301569}"/>
          </ac:spMkLst>
        </pc:spChg>
        <pc:spChg chg="add del mod">
          <ac:chgData name="张 文轩" userId="f99d3195cb2c0d15" providerId="LiveId" clId="{01347078-08BC-4EB0-9707-DB775C0B5740}" dt="2019-12-18T02:27:31.885" v="3382" actId="478"/>
          <ac:spMkLst>
            <pc:docMk/>
            <pc:sldMk cId="831083259" sldId="257"/>
            <ac:spMk id="12" creationId="{5F52A072-7D9C-4F9B-BB42-C65F228679EA}"/>
          </ac:spMkLst>
        </pc:spChg>
        <pc:spChg chg="add mod">
          <ac:chgData name="张 文轩" userId="f99d3195cb2c0d15" providerId="LiveId" clId="{01347078-08BC-4EB0-9707-DB775C0B5740}" dt="2019-12-24T05:17:07.280" v="5042" actId="1076"/>
          <ac:spMkLst>
            <pc:docMk/>
            <pc:sldMk cId="831083259" sldId="257"/>
            <ac:spMk id="13" creationId="{C8B7E7E1-9A6B-4B31-96B9-594EC7478C34}"/>
          </ac:spMkLst>
        </pc:spChg>
        <pc:spChg chg="add del mod">
          <ac:chgData name="张 文轩" userId="f99d3195cb2c0d15" providerId="LiveId" clId="{01347078-08BC-4EB0-9707-DB775C0B5740}" dt="2019-12-24T05:16:11.075" v="5031" actId="478"/>
          <ac:spMkLst>
            <pc:docMk/>
            <pc:sldMk cId="831083259" sldId="257"/>
            <ac:spMk id="14" creationId="{D3ED4F8C-2D1A-48BD-A64B-0694CAE67A6C}"/>
          </ac:spMkLst>
        </pc:spChg>
        <pc:picChg chg="add mod">
          <ac:chgData name="张 文轩" userId="f99d3195cb2c0d15" providerId="LiveId" clId="{01347078-08BC-4EB0-9707-DB775C0B5740}" dt="2019-12-24T05:16:52.026" v="5040" actId="1076"/>
          <ac:picMkLst>
            <pc:docMk/>
            <pc:sldMk cId="831083259" sldId="257"/>
            <ac:picMk id="4" creationId="{494FD2FB-A75C-4148-A10B-40DAB95BAA9E}"/>
          </ac:picMkLst>
        </pc:picChg>
        <pc:picChg chg="add del mod">
          <ac:chgData name="张 文轩" userId="f99d3195cb2c0d15" providerId="LiveId" clId="{01347078-08BC-4EB0-9707-DB775C0B5740}" dt="2019-12-24T05:17:11.214" v="5044" actId="478"/>
          <ac:picMkLst>
            <pc:docMk/>
            <pc:sldMk cId="831083259" sldId="257"/>
            <ac:picMk id="5" creationId="{26D82FD1-7547-4169-8545-D21C2FA3FDCA}"/>
          </ac:picMkLst>
        </pc:picChg>
      </pc:sldChg>
      <pc:sldChg chg="addSp delSp modSp add">
        <pc:chgData name="张 文轩" userId="f99d3195cb2c0d15" providerId="LiveId" clId="{01347078-08BC-4EB0-9707-DB775C0B5740}" dt="2020-01-13T11:16:24.499" v="5456" actId="1076"/>
        <pc:sldMkLst>
          <pc:docMk/>
          <pc:sldMk cId="3595787667" sldId="258"/>
        </pc:sldMkLst>
        <pc:spChg chg="mod">
          <ac:chgData name="张 文轩" userId="f99d3195cb2c0d15" providerId="LiveId" clId="{01347078-08BC-4EB0-9707-DB775C0B5740}" dt="2019-12-16T06:50:28.973" v="2681"/>
          <ac:spMkLst>
            <pc:docMk/>
            <pc:sldMk cId="3595787667" sldId="258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20-01-13T11:15:15.619" v="5449" actId="113"/>
          <ac:spMkLst>
            <pc:docMk/>
            <pc:sldMk cId="3595787667" sldId="258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20-01-13T11:16:08.897" v="5455" actId="1076"/>
          <ac:spMkLst>
            <pc:docMk/>
            <pc:sldMk cId="3595787667" sldId="258"/>
            <ac:spMk id="4" creationId="{0D3203E2-DBFB-4AB4-A0C8-E60904E3E03B}"/>
          </ac:spMkLst>
        </pc:spChg>
        <pc:spChg chg="add del mod">
          <ac:chgData name="张 文轩" userId="f99d3195cb2c0d15" providerId="LiveId" clId="{01347078-08BC-4EB0-9707-DB775C0B5740}" dt="2019-12-16T05:49:24.781" v="2097" actId="478"/>
          <ac:spMkLst>
            <pc:docMk/>
            <pc:sldMk cId="3595787667" sldId="258"/>
            <ac:spMk id="4" creationId="{388F96C6-679A-44D6-A744-3FDB2A96C9C7}"/>
          </ac:spMkLst>
        </pc:spChg>
        <pc:spChg chg="add del">
          <ac:chgData name="张 文轩" userId="f99d3195cb2c0d15" providerId="LiveId" clId="{01347078-08BC-4EB0-9707-DB775C0B5740}" dt="2019-12-20T07:26:14.944" v="3686"/>
          <ac:spMkLst>
            <pc:docMk/>
            <pc:sldMk cId="3595787667" sldId="258"/>
            <ac:spMk id="4" creationId="{C83F90C7-950A-4773-95A6-3CF1C86EC2E3}"/>
          </ac:spMkLst>
        </pc:spChg>
        <pc:spChg chg="add del mod">
          <ac:chgData name="张 文轩" userId="f99d3195cb2c0d15" providerId="LiveId" clId="{01347078-08BC-4EB0-9707-DB775C0B5740}" dt="2019-12-18T02:32:02.424" v="3449" actId="478"/>
          <ac:spMkLst>
            <pc:docMk/>
            <pc:sldMk cId="3595787667" sldId="258"/>
            <ac:spMk id="5" creationId="{BE0B92BA-08A9-4E5F-8913-E4D5C88DB523}"/>
          </ac:spMkLst>
        </pc:spChg>
        <pc:spChg chg="add mod">
          <ac:chgData name="张 文轩" userId="f99d3195cb2c0d15" providerId="LiveId" clId="{01347078-08BC-4EB0-9707-DB775C0B5740}" dt="2020-01-13T11:16:24.499" v="5456" actId="1076"/>
          <ac:spMkLst>
            <pc:docMk/>
            <pc:sldMk cId="3595787667" sldId="258"/>
            <ac:spMk id="6" creationId="{62B96FEE-C5C0-417B-8832-749A22C54BC5}"/>
          </ac:spMkLst>
        </pc:spChg>
        <pc:spChg chg="add del mod">
          <ac:chgData name="张 文轩" userId="f99d3195cb2c0d15" providerId="LiveId" clId="{01347078-08BC-4EB0-9707-DB775C0B5740}" dt="2019-12-16T06:25:59.227" v="2499" actId="478"/>
          <ac:spMkLst>
            <pc:docMk/>
            <pc:sldMk cId="3595787667" sldId="258"/>
            <ac:spMk id="7" creationId="{01129B05-F8DF-4DDC-BEE4-0088BDACCF87}"/>
          </ac:spMkLst>
        </pc:spChg>
        <pc:spChg chg="add del mod">
          <ac:chgData name="张 文轩" userId="f99d3195cb2c0d15" providerId="LiveId" clId="{01347078-08BC-4EB0-9707-DB775C0B5740}" dt="2019-12-18T02:32:41.194" v="3454" actId="478"/>
          <ac:spMkLst>
            <pc:docMk/>
            <pc:sldMk cId="3595787667" sldId="258"/>
            <ac:spMk id="9" creationId="{F88094CD-BD62-4267-84C2-FE80BFDC7E02}"/>
          </ac:spMkLst>
        </pc:spChg>
        <pc:spChg chg="add del mod">
          <ac:chgData name="张 文轩" userId="f99d3195cb2c0d15" providerId="LiveId" clId="{01347078-08BC-4EB0-9707-DB775C0B5740}" dt="2019-12-23T07:19:28.738" v="4522" actId="1076"/>
          <ac:spMkLst>
            <pc:docMk/>
            <pc:sldMk cId="3595787667" sldId="258"/>
            <ac:spMk id="12" creationId="{5133E9D7-ED3B-4E6F-A250-D4335DC8970A}"/>
          </ac:spMkLst>
        </pc:spChg>
        <pc:spChg chg="add del mod">
          <ac:chgData name="张 文轩" userId="f99d3195cb2c0d15" providerId="LiveId" clId="{01347078-08BC-4EB0-9707-DB775C0B5740}" dt="2019-12-17T11:52:18.914" v="3223" actId="478"/>
          <ac:spMkLst>
            <pc:docMk/>
            <pc:sldMk cId="3595787667" sldId="258"/>
            <ac:spMk id="13" creationId="{5905FA35-EFD5-4925-8A9F-8DC2726E0489}"/>
          </ac:spMkLst>
        </pc:spChg>
        <pc:spChg chg="add mod">
          <ac:chgData name="张 文轩" userId="f99d3195cb2c0d15" providerId="LiveId" clId="{01347078-08BC-4EB0-9707-DB775C0B5740}" dt="2019-12-18T02:50:43.692" v="3622" actId="1076"/>
          <ac:spMkLst>
            <pc:docMk/>
            <pc:sldMk cId="3595787667" sldId="258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18T02:55:36.543" v="3669" actId="207"/>
          <ac:spMkLst>
            <pc:docMk/>
            <pc:sldMk cId="3595787667" sldId="258"/>
            <ac:spMk id="15" creationId="{0D4DC8E3-339B-4121-861A-AC09D9DDE1A1}"/>
          </ac:spMkLst>
        </pc:spChg>
        <pc:picChg chg="add mod">
          <ac:chgData name="张 文轩" userId="f99d3195cb2c0d15" providerId="LiveId" clId="{01347078-08BC-4EB0-9707-DB775C0B5740}" dt="2019-12-18T02:46:46.558" v="3570" actId="1076"/>
          <ac:picMkLst>
            <pc:docMk/>
            <pc:sldMk cId="3595787667" sldId="258"/>
            <ac:picMk id="8" creationId="{CAF3BF28-6643-4C1E-9DC3-EBD7FC353367}"/>
          </ac:picMkLst>
        </pc:picChg>
        <pc:picChg chg="add mod">
          <ac:chgData name="张 文轩" userId="f99d3195cb2c0d15" providerId="LiveId" clId="{01347078-08BC-4EB0-9707-DB775C0B5740}" dt="2019-12-17T11:46:45.747" v="3180" actId="1076"/>
          <ac:picMkLst>
            <pc:docMk/>
            <pc:sldMk cId="3595787667" sldId="258"/>
            <ac:picMk id="16" creationId="{BA69486F-82AC-4B17-B418-60D12E1ABD52}"/>
          </ac:picMkLst>
        </pc:picChg>
        <pc:inkChg chg="add del">
          <ac:chgData name="张 文轩" userId="f99d3195cb2c0d15" providerId="LiveId" clId="{01347078-08BC-4EB0-9707-DB775C0B5740}" dt="2019-12-16T06:38:04.053" v="2665"/>
          <ac:inkMkLst>
            <pc:docMk/>
            <pc:sldMk cId="3595787667" sldId="258"/>
            <ac:inkMk id="10" creationId="{478967A4-8920-4365-A42F-E3ED026E0FA5}"/>
          </ac:inkMkLst>
        </pc:inkChg>
        <pc:inkChg chg="add del">
          <ac:chgData name="张 文轩" userId="f99d3195cb2c0d15" providerId="LiveId" clId="{01347078-08BC-4EB0-9707-DB775C0B5740}" dt="2019-12-16T06:38:02.082" v="2664"/>
          <ac:inkMkLst>
            <pc:docMk/>
            <pc:sldMk cId="3595787667" sldId="258"/>
            <ac:inkMk id="11" creationId="{93027E9B-7FDA-4097-9FCF-FA51046FD432}"/>
          </ac:inkMkLst>
        </pc:inkChg>
        <pc:inkChg chg="add mod">
          <ac:chgData name="张 文轩" userId="f99d3195cb2c0d15" providerId="LiveId" clId="{01347078-08BC-4EB0-9707-DB775C0B5740}" dt="2019-12-18T02:46:53.492" v="3572" actId="1076"/>
          <ac:inkMkLst>
            <pc:docMk/>
            <pc:sldMk cId="3595787667" sldId="258"/>
            <ac:inkMk id="11" creationId="{B7BAC52D-4E2A-4B47-A22A-7FBF78EF18B4}"/>
          </ac:inkMkLst>
        </pc:inkChg>
        <pc:inkChg chg="add del">
          <ac:chgData name="张 文轩" userId="f99d3195cb2c0d15" providerId="LiveId" clId="{01347078-08BC-4EB0-9707-DB775C0B5740}" dt="2019-12-16T06:38:08.666" v="2667"/>
          <ac:inkMkLst>
            <pc:docMk/>
            <pc:sldMk cId="3595787667" sldId="258"/>
            <ac:inkMk id="12" creationId="{414F3B48-3D18-4210-91B8-5AF407292CFE}"/>
          </ac:inkMkLst>
        </pc:inkChg>
        <pc:inkChg chg="add del mod">
          <ac:chgData name="张 文轩" userId="f99d3195cb2c0d15" providerId="LiveId" clId="{01347078-08BC-4EB0-9707-DB775C0B5740}" dt="2019-12-17T08:28:43.643" v="3004" actId="478"/>
          <ac:inkMkLst>
            <pc:docMk/>
            <pc:sldMk cId="3595787667" sldId="258"/>
            <ac:inkMk id="13" creationId="{D58C8CA6-584E-4A41-8326-D0F3D1E76763}"/>
          </ac:inkMkLst>
        </pc:inkChg>
        <pc:inkChg chg="add mod">
          <ac:chgData name="张 文轩" userId="f99d3195cb2c0d15" providerId="LiveId" clId="{01347078-08BC-4EB0-9707-DB775C0B5740}" dt="2019-12-18T02:46:50.400" v="3571" actId="1076"/>
          <ac:inkMkLst>
            <pc:docMk/>
            <pc:sldMk cId="3595787667" sldId="258"/>
            <ac:inkMk id="14" creationId="{04E38377-FF8A-4FD1-BF10-77A0C65C8C73}"/>
          </ac:inkMkLst>
        </pc:inkChg>
        <pc:cxnChg chg="add del mod">
          <ac:chgData name="张 文轩" userId="f99d3195cb2c0d15" providerId="LiveId" clId="{01347078-08BC-4EB0-9707-DB775C0B5740}" dt="2020-01-13T11:15:38.177" v="5451" actId="478"/>
          <ac:cxnSpMkLst>
            <pc:docMk/>
            <pc:sldMk cId="3595787667" sldId="258"/>
            <ac:cxnSpMk id="7" creationId="{0F92E1C0-8B5F-4E20-AC08-E7E2FA9AB384}"/>
          </ac:cxnSpMkLst>
        </pc:cxnChg>
      </pc:sldChg>
      <pc:sldChg chg="addSp delSp modSp add">
        <pc:chgData name="张 文轩" userId="f99d3195cb2c0d15" providerId="LiveId" clId="{01347078-08BC-4EB0-9707-DB775C0B5740}" dt="2019-12-23T07:19:45.930" v="4524" actId="14100"/>
        <pc:sldMkLst>
          <pc:docMk/>
          <pc:sldMk cId="2278365476" sldId="259"/>
        </pc:sldMkLst>
        <pc:spChg chg="mod">
          <ac:chgData name="张 文轩" userId="f99d3195cb2c0d15" providerId="LiveId" clId="{01347078-08BC-4EB0-9707-DB775C0B5740}" dt="2019-12-15T13:30:36.223" v="1003" actId="20577"/>
          <ac:spMkLst>
            <pc:docMk/>
            <pc:sldMk cId="2278365476" sldId="259"/>
            <ac:spMk id="2" creationId="{C58F141B-387D-44F3-8055-0CFCDB2D7921}"/>
          </ac:spMkLst>
        </pc:spChg>
        <pc:spChg chg="mod">
          <ac:chgData name="张 文轩" userId="f99d3195cb2c0d15" providerId="LiveId" clId="{01347078-08BC-4EB0-9707-DB775C0B5740}" dt="2019-12-17T11:53:22.754" v="3229" actId="20577"/>
          <ac:spMkLst>
            <pc:docMk/>
            <pc:sldMk cId="2278365476" sldId="259"/>
            <ac:spMk id="3" creationId="{98A57882-E27D-4CE3-8C11-5C3D427B62EF}"/>
          </ac:spMkLst>
        </pc:spChg>
        <pc:spChg chg="add mod">
          <ac:chgData name="张 文轩" userId="f99d3195cb2c0d15" providerId="LiveId" clId="{01347078-08BC-4EB0-9707-DB775C0B5740}" dt="2019-12-18T02:50:28.588" v="3619" actId="1076"/>
          <ac:spMkLst>
            <pc:docMk/>
            <pc:sldMk cId="2278365476" sldId="259"/>
            <ac:spMk id="6" creationId="{89038605-CF4C-48E2-A7AC-90F1F9D00ACF}"/>
          </ac:spMkLst>
        </pc:spChg>
        <pc:spChg chg="add mod">
          <ac:chgData name="张 文轩" userId="f99d3195cb2c0d15" providerId="LiveId" clId="{01347078-08BC-4EB0-9707-DB775C0B5740}" dt="2019-12-23T07:19:45.930" v="4524" actId="14100"/>
          <ac:spMkLst>
            <pc:docMk/>
            <pc:sldMk cId="2278365476" sldId="259"/>
            <ac:spMk id="11" creationId="{6D922B15-6E01-4921-A545-2A066D57FEEB}"/>
          </ac:spMkLst>
        </pc:spChg>
        <pc:graphicFrameChg chg="add del mod">
          <ac:chgData name="张 文轩" userId="f99d3195cb2c0d15" providerId="LiveId" clId="{01347078-08BC-4EB0-9707-DB775C0B5740}" dt="2019-12-16T05:41:00.634" v="1944" actId="478"/>
          <ac:graphicFrameMkLst>
            <pc:docMk/>
            <pc:sldMk cId="2278365476" sldId="259"/>
            <ac:graphicFrameMk id="4" creationId="{81E7F7DA-DEBD-466B-B9C1-053ADE8625B4}"/>
          </ac:graphicFrameMkLst>
        </pc:graphicFrameChg>
        <pc:graphicFrameChg chg="add del mod">
          <ac:chgData name="张 文轩" userId="f99d3195cb2c0d15" providerId="LiveId" clId="{01347078-08BC-4EB0-9707-DB775C0B5740}" dt="2019-12-16T05:46:57.562" v="1946" actId="478"/>
          <ac:graphicFrameMkLst>
            <pc:docMk/>
            <pc:sldMk cId="2278365476" sldId="259"/>
            <ac:graphicFrameMk id="5" creationId="{E87D4F78-B8CA-408D-B607-E6EB72BF8760}"/>
          </ac:graphicFrameMkLst>
        </pc:graphicFrameChg>
        <pc:graphicFrameChg chg="add del modGraphic">
          <ac:chgData name="张 文轩" userId="f99d3195cb2c0d15" providerId="LiveId" clId="{01347078-08BC-4EB0-9707-DB775C0B5740}" dt="2019-12-16T06:05:42.209" v="2236" actId="478"/>
          <ac:graphicFrameMkLst>
            <pc:docMk/>
            <pc:sldMk cId="2278365476" sldId="259"/>
            <ac:graphicFrameMk id="7" creationId="{509D68BF-1EEA-4CFC-A100-96B3177B93E6}"/>
          </ac:graphicFrameMkLst>
        </pc:graphicFrameChg>
        <pc:graphicFrameChg chg="add mod modGraphic">
          <ac:chgData name="张 文轩" userId="f99d3195cb2c0d15" providerId="LiveId" clId="{01347078-08BC-4EB0-9707-DB775C0B5740}" dt="2019-12-18T02:31:35.959" v="3446" actId="1076"/>
          <ac:graphicFrameMkLst>
            <pc:docMk/>
            <pc:sldMk cId="2278365476" sldId="259"/>
            <ac:graphicFrameMk id="9" creationId="{6E1546B1-0C83-4189-9E29-E94AD03410F4}"/>
          </ac:graphicFrameMkLst>
        </pc:graphicFrameChg>
      </pc:sldChg>
      <pc:sldChg chg="addSp delSp modSp add ord">
        <pc:chgData name="张 文轩" userId="f99d3195cb2c0d15" providerId="LiveId" clId="{01347078-08BC-4EB0-9707-DB775C0B5740}" dt="2019-12-23T13:00:31.353" v="5021" actId="14100"/>
        <pc:sldMkLst>
          <pc:docMk/>
          <pc:sldMk cId="3416796410" sldId="260"/>
        </pc:sldMkLst>
        <pc:spChg chg="del">
          <ac:chgData name="张 文轩" userId="f99d3195cb2c0d15" providerId="LiveId" clId="{01347078-08BC-4EB0-9707-DB775C0B5740}" dt="2019-12-16T11:45:27.151" v="2741" actId="478"/>
          <ac:spMkLst>
            <pc:docMk/>
            <pc:sldMk cId="3416796410" sldId="260"/>
            <ac:spMk id="2" creationId="{9A49D17F-1FFC-4208-B624-D7F86688062E}"/>
          </ac:spMkLst>
        </pc:spChg>
        <pc:spChg chg="mod">
          <ac:chgData name="张 文轩" userId="f99d3195cb2c0d15" providerId="LiveId" clId="{01347078-08BC-4EB0-9707-DB775C0B5740}" dt="2019-12-23T08:31:53.447" v="4812" actId="20577"/>
          <ac:spMkLst>
            <pc:docMk/>
            <pc:sldMk cId="3416796410" sldId="260"/>
            <ac:spMk id="3" creationId="{A2DDD035-DCAE-4944-8C3F-74FB275BE777}"/>
          </ac:spMkLst>
        </pc:spChg>
        <pc:spChg chg="add mod">
          <ac:chgData name="张 文轩" userId="f99d3195cb2c0d15" providerId="LiveId" clId="{01347078-08BC-4EB0-9707-DB775C0B5740}" dt="2019-12-23T12:32:45.143" v="4932" actId="20577"/>
          <ac:spMkLst>
            <pc:docMk/>
            <pc:sldMk cId="3416796410" sldId="260"/>
            <ac:spMk id="4" creationId="{03F09025-261B-430C-A5F9-6C31C0BE2DD8}"/>
          </ac:spMkLst>
        </pc:spChg>
        <pc:spChg chg="add del">
          <ac:chgData name="张 文轩" userId="f99d3195cb2c0d15" providerId="LiveId" clId="{01347078-08BC-4EB0-9707-DB775C0B5740}" dt="2019-12-18T02:54:32.853" v="3660" actId="478"/>
          <ac:spMkLst>
            <pc:docMk/>
            <pc:sldMk cId="3416796410" sldId="260"/>
            <ac:spMk id="5" creationId="{BEDF02CC-5B41-4483-B736-254E1D1C0C78}"/>
          </ac:spMkLst>
        </pc:spChg>
        <pc:spChg chg="add del mod">
          <ac:chgData name="张 文轩" userId="f99d3195cb2c0d15" providerId="LiveId" clId="{01347078-08BC-4EB0-9707-DB775C0B5740}" dt="2019-12-18T03:05:26.407" v="3676" actId="478"/>
          <ac:spMkLst>
            <pc:docMk/>
            <pc:sldMk cId="3416796410" sldId="260"/>
            <ac:spMk id="6" creationId="{D1BDE444-A50E-450C-8BD4-56758ABEEB6F}"/>
          </ac:spMkLst>
        </pc:spChg>
        <pc:spChg chg="add mod">
          <ac:chgData name="张 文轩" userId="f99d3195cb2c0d15" providerId="LiveId" clId="{01347078-08BC-4EB0-9707-DB775C0B5740}" dt="2019-12-18T02:54:48.855" v="3661" actId="1076"/>
          <ac:spMkLst>
            <pc:docMk/>
            <pc:sldMk cId="3416796410" sldId="260"/>
            <ac:spMk id="7" creationId="{9B7FA21E-D2F0-4FE4-9A60-1DCA55AEED7F}"/>
          </ac:spMkLst>
        </pc:spChg>
        <pc:spChg chg="add mod">
          <ac:chgData name="张 文轩" userId="f99d3195cb2c0d15" providerId="LiveId" clId="{01347078-08BC-4EB0-9707-DB775C0B5740}" dt="2019-12-23T08:25:55.087" v="4802" actId="20577"/>
          <ac:spMkLst>
            <pc:docMk/>
            <pc:sldMk cId="3416796410" sldId="260"/>
            <ac:spMk id="8" creationId="{75D05045-1216-4957-83DF-E3BDFE10C27D}"/>
          </ac:spMkLst>
        </pc:spChg>
        <pc:spChg chg="add mod">
          <ac:chgData name="张 文轩" userId="f99d3195cb2c0d15" providerId="LiveId" clId="{01347078-08BC-4EB0-9707-DB775C0B5740}" dt="2019-12-18T02:54:29.890" v="3659" actId="1076"/>
          <ac:spMkLst>
            <pc:docMk/>
            <pc:sldMk cId="3416796410" sldId="260"/>
            <ac:spMk id="9" creationId="{9AC72E14-55F5-4A6A-9A0C-33795D674B1F}"/>
          </ac:spMkLst>
        </pc:spChg>
        <pc:spChg chg="add mod">
          <ac:chgData name="张 文轩" userId="f99d3195cb2c0d15" providerId="LiveId" clId="{01347078-08BC-4EB0-9707-DB775C0B5740}" dt="2019-12-23T13:00:31.353" v="5021" actId="14100"/>
          <ac:spMkLst>
            <pc:docMk/>
            <pc:sldMk cId="3416796410" sldId="260"/>
            <ac:spMk id="10" creationId="{8A5979B0-2C5D-47E1-A3BF-048D5E71B97F}"/>
          </ac:spMkLst>
        </pc:spChg>
      </pc:sldChg>
      <pc:sldChg chg="modSp add ord">
        <pc:chgData name="张 文轩" userId="f99d3195cb2c0d15" providerId="LiveId" clId="{01347078-08BC-4EB0-9707-DB775C0B5740}" dt="2020-01-13T11:26:08.062" v="5467"/>
        <pc:sldMkLst>
          <pc:docMk/>
          <pc:sldMk cId="4154789356" sldId="261"/>
        </pc:sldMkLst>
        <pc:spChg chg="mod">
          <ac:chgData name="张 文轩" userId="f99d3195cb2c0d15" providerId="LiveId" clId="{01347078-08BC-4EB0-9707-DB775C0B5740}" dt="2020-01-13T11:23:29.785" v="5465" actId="20577"/>
          <ac:spMkLst>
            <pc:docMk/>
            <pc:sldMk cId="4154789356" sldId="261"/>
            <ac:spMk id="4" creationId="{03F09025-261B-430C-A5F9-6C31C0BE2DD8}"/>
          </ac:spMkLst>
        </pc:spChg>
      </pc:sldChg>
      <pc:sldChg chg="modSp add ord">
        <pc:chgData name="张 文轩" userId="f99d3195cb2c0d15" providerId="LiveId" clId="{01347078-08BC-4EB0-9707-DB775C0B5740}" dt="2019-12-23T12:32:23.425" v="4928"/>
        <pc:sldMkLst>
          <pc:docMk/>
          <pc:sldMk cId="279890617" sldId="262"/>
        </pc:sldMkLst>
        <pc:spChg chg="mod">
          <ac:chgData name="张 文轩" userId="f99d3195cb2c0d15" providerId="LiveId" clId="{01347078-08BC-4EB0-9707-DB775C0B5740}" dt="2019-12-16T11:47:43.106" v="2827" actId="20577"/>
          <ac:spMkLst>
            <pc:docMk/>
            <pc:sldMk cId="279890617" sldId="262"/>
            <ac:spMk id="4" creationId="{03F09025-261B-430C-A5F9-6C31C0BE2DD8}"/>
          </ac:spMkLst>
        </pc:spChg>
      </pc:sldChg>
      <pc:sldChg chg="modSp add">
        <pc:chgData name="张 文轩" userId="f99d3195cb2c0d15" providerId="LiveId" clId="{01347078-08BC-4EB0-9707-DB775C0B5740}" dt="2019-12-16T11:52:04.145" v="2906" actId="20577"/>
        <pc:sldMkLst>
          <pc:docMk/>
          <pc:sldMk cId="3340439983" sldId="263"/>
        </pc:sldMkLst>
        <pc:spChg chg="mod">
          <ac:chgData name="张 文轩" userId="f99d3195cb2c0d15" providerId="LiveId" clId="{01347078-08BC-4EB0-9707-DB775C0B5740}" dt="2019-12-16T11:52:04.145" v="2906" actId="20577"/>
          <ac:spMkLst>
            <pc:docMk/>
            <pc:sldMk cId="3340439983" sldId="263"/>
            <ac:spMk id="4" creationId="{03F09025-261B-430C-A5F9-6C31C0BE2DD8}"/>
          </ac:spMkLst>
        </pc:spChg>
      </pc:sldChg>
      <pc:sldChg chg="addSp delSp modSp add">
        <pc:chgData name="张 文轩" userId="f99d3195cb2c0d15" providerId="LiveId" clId="{01347078-08BC-4EB0-9707-DB775C0B5740}" dt="2019-12-22T09:05:39.301" v="4165" actId="478"/>
        <pc:sldMkLst>
          <pc:docMk/>
          <pc:sldMk cId="3791499111" sldId="264"/>
        </pc:sldMkLst>
        <pc:spChg chg="mod">
          <ac:chgData name="张 文轩" userId="f99d3195cb2c0d15" providerId="LiveId" clId="{01347078-08BC-4EB0-9707-DB775C0B5740}" dt="2019-12-16T12:00:17.758" v="2997" actId="20577"/>
          <ac:spMkLst>
            <pc:docMk/>
            <pc:sldMk cId="3791499111" sldId="264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2T09:05:39.301" v="4165" actId="478"/>
          <ac:spMkLst>
            <pc:docMk/>
            <pc:sldMk cId="3791499111" sldId="264"/>
            <ac:spMk id="5" creationId="{85F6BA1B-2351-4407-82CC-836044FBC225}"/>
          </ac:spMkLst>
        </pc:spChg>
      </pc:sldChg>
      <pc:sldChg chg="modSp add">
        <pc:chgData name="张 文轩" userId="f99d3195cb2c0d15" providerId="LiveId" clId="{01347078-08BC-4EB0-9707-DB775C0B5740}" dt="2019-12-16T12:00:36.040" v="2998"/>
        <pc:sldMkLst>
          <pc:docMk/>
          <pc:sldMk cId="2500604045" sldId="265"/>
        </pc:sldMkLst>
        <pc:spChg chg="mod">
          <ac:chgData name="张 文轩" userId="f99d3195cb2c0d15" providerId="LiveId" clId="{01347078-08BC-4EB0-9707-DB775C0B5740}" dt="2019-12-16T12:00:36.040" v="2998"/>
          <ac:spMkLst>
            <pc:docMk/>
            <pc:sldMk cId="2500604045" sldId="265"/>
            <ac:spMk id="4" creationId="{03F09025-261B-430C-A5F9-6C31C0BE2DD8}"/>
          </ac:spMkLst>
        </pc:spChg>
      </pc:sldChg>
      <pc:sldChg chg="addSp delSp modSp add ord">
        <pc:chgData name="张 文轩" userId="f99d3195cb2c0d15" providerId="LiveId" clId="{01347078-08BC-4EB0-9707-DB775C0B5740}" dt="2020-01-13T11:26:20.529" v="5469"/>
        <pc:sldMkLst>
          <pc:docMk/>
          <pc:sldMk cId="321031333" sldId="266"/>
        </pc:sldMkLst>
        <pc:spChg chg="mod">
          <ac:chgData name="张 文轩" userId="f99d3195cb2c0d15" providerId="LiveId" clId="{01347078-08BC-4EB0-9707-DB775C0B5740}" dt="2019-12-20T07:27:06.516" v="3729" actId="20577"/>
          <ac:spMkLst>
            <pc:docMk/>
            <pc:sldMk cId="321031333" sldId="266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19-12-23T07:13:10.553" v="4482" actId="20577"/>
          <ac:spMkLst>
            <pc:docMk/>
            <pc:sldMk cId="321031333" sldId="266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19-12-27T07:01:54.646" v="5416" actId="1076"/>
          <ac:spMkLst>
            <pc:docMk/>
            <pc:sldMk cId="321031333" sldId="266"/>
            <ac:spMk id="5" creationId="{6F6AC3D2-2E97-4973-8682-406EAC2E3DC2}"/>
          </ac:spMkLst>
        </pc:spChg>
        <pc:spChg chg="del">
          <ac:chgData name="张 文轩" userId="f99d3195cb2c0d15" providerId="LiveId" clId="{01347078-08BC-4EB0-9707-DB775C0B5740}" dt="2019-12-20T07:27:22.128" v="3735" actId="478"/>
          <ac:spMkLst>
            <pc:docMk/>
            <pc:sldMk cId="321031333" sldId="266"/>
            <ac:spMk id="6" creationId="{62B96FEE-C5C0-417B-8832-749A22C54BC5}"/>
          </ac:spMkLst>
        </pc:spChg>
        <pc:spChg chg="add mod">
          <ac:chgData name="张 文轩" userId="f99d3195cb2c0d15" providerId="LiveId" clId="{01347078-08BC-4EB0-9707-DB775C0B5740}" dt="2019-12-22T09:05:10.240" v="4164" actId="1076"/>
          <ac:spMkLst>
            <pc:docMk/>
            <pc:sldMk cId="321031333" sldId="266"/>
            <ac:spMk id="9" creationId="{055B5E4E-7983-4F3E-82E4-C48A6E3393A9}"/>
          </ac:spMkLst>
        </pc:spChg>
        <pc:spChg chg="add del mod">
          <ac:chgData name="张 文轩" userId="f99d3195cb2c0d15" providerId="LiveId" clId="{01347078-08BC-4EB0-9707-DB775C0B5740}" dt="2019-12-23T06:47:12.294" v="4242" actId="767"/>
          <ac:spMkLst>
            <pc:docMk/>
            <pc:sldMk cId="321031333" sldId="266"/>
            <ac:spMk id="10" creationId="{FBA0C864-48FD-437A-99F4-39C0ACC234E8}"/>
          </ac:spMkLst>
        </pc:spChg>
        <pc:spChg chg="add del mod">
          <ac:chgData name="张 文轩" userId="f99d3195cb2c0d15" providerId="LiveId" clId="{01347078-08BC-4EB0-9707-DB775C0B5740}" dt="2019-12-22T08:54:31.994" v="4095" actId="478"/>
          <ac:spMkLst>
            <pc:docMk/>
            <pc:sldMk cId="321031333" sldId="266"/>
            <ac:spMk id="10" creationId="{FCAAE095-851E-4E99-98F7-ED1538DD349F}"/>
          </ac:spMkLst>
        </pc:spChg>
        <pc:spChg chg="add del">
          <ac:chgData name="张 文轩" userId="f99d3195cb2c0d15" providerId="LiveId" clId="{01347078-08BC-4EB0-9707-DB775C0B5740}" dt="2019-12-22T08:54:01.384" v="4089"/>
          <ac:spMkLst>
            <pc:docMk/>
            <pc:sldMk cId="321031333" sldId="266"/>
            <ac:spMk id="11" creationId="{28A66BA9-1B41-4EE7-B920-7194AC6A54C6}"/>
          </ac:spMkLst>
        </pc:spChg>
        <pc:spChg chg="del">
          <ac:chgData name="张 文轩" userId="f99d3195cb2c0d15" providerId="LiveId" clId="{01347078-08BC-4EB0-9707-DB775C0B5740}" dt="2019-12-20T07:27:25.928" v="3736" actId="478"/>
          <ac:spMkLst>
            <pc:docMk/>
            <pc:sldMk cId="321031333" sldId="266"/>
            <ac:spMk id="12" creationId="{5133E9D7-ED3B-4E6F-A250-D4335DC8970A}"/>
          </ac:spMkLst>
        </pc:spChg>
        <pc:spChg chg="add mod">
          <ac:chgData name="张 文轩" userId="f99d3195cb2c0d15" providerId="LiveId" clId="{01347078-08BC-4EB0-9707-DB775C0B5740}" dt="2019-12-23T07:13:13.033" v="4483" actId="20577"/>
          <ac:spMkLst>
            <pc:docMk/>
            <pc:sldMk cId="321031333" sldId="266"/>
            <ac:spMk id="12" creationId="{B7A69D85-85AC-4E04-AC94-6087ABFC9732}"/>
          </ac:spMkLst>
        </pc:spChg>
        <pc:spChg chg="del">
          <ac:chgData name="张 文轩" userId="f99d3195cb2c0d15" providerId="LiveId" clId="{01347078-08BC-4EB0-9707-DB775C0B5740}" dt="2019-12-20T07:27:48.330" v="3740" actId="478"/>
          <ac:spMkLst>
            <pc:docMk/>
            <pc:sldMk cId="321031333" sldId="266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22T09:23:39.826" v="4233" actId="20577"/>
          <ac:spMkLst>
            <pc:docMk/>
            <pc:sldMk cId="321031333" sldId="266"/>
            <ac:spMk id="14" creationId="{DFE39323-4832-4200-973B-9B91F4C7E2E7}"/>
          </ac:spMkLst>
        </pc:spChg>
        <pc:spChg chg="del">
          <ac:chgData name="张 文轩" userId="f99d3195cb2c0d15" providerId="LiveId" clId="{01347078-08BC-4EB0-9707-DB775C0B5740}" dt="2019-12-20T07:27:30.844" v="3738" actId="478"/>
          <ac:spMkLst>
            <pc:docMk/>
            <pc:sldMk cId="321031333" sldId="266"/>
            <ac:spMk id="15" creationId="{0D4DC8E3-339B-4121-861A-AC09D9DDE1A1}"/>
          </ac:spMkLst>
        </pc:spChg>
        <pc:spChg chg="add mod">
          <ac:chgData name="张 文轩" userId="f99d3195cb2c0d15" providerId="LiveId" clId="{01347078-08BC-4EB0-9707-DB775C0B5740}" dt="2019-12-23T07:16:26" v="4516" actId="1076"/>
          <ac:spMkLst>
            <pc:docMk/>
            <pc:sldMk cId="321031333" sldId="266"/>
            <ac:spMk id="16" creationId="{E4B93380-3A5B-469D-B378-8A78689857DA}"/>
          </ac:spMkLst>
        </pc:spChg>
        <pc:spChg chg="add mod">
          <ac:chgData name="张 文轩" userId="f99d3195cb2c0d15" providerId="LiveId" clId="{01347078-08BC-4EB0-9707-DB775C0B5740}" dt="2019-12-23T12:36:19.535" v="5014" actId="14100"/>
          <ac:spMkLst>
            <pc:docMk/>
            <pc:sldMk cId="321031333" sldId="266"/>
            <ac:spMk id="17" creationId="{A20A2EAA-A657-4736-A51A-3C58F6D6EC82}"/>
          </ac:spMkLst>
        </pc:spChg>
        <pc:spChg chg="add mod">
          <ac:chgData name="张 文轩" userId="f99d3195cb2c0d15" providerId="LiveId" clId="{01347078-08BC-4EB0-9707-DB775C0B5740}" dt="2019-12-23T07:15:24.692" v="4509" actId="1076"/>
          <ac:spMkLst>
            <pc:docMk/>
            <pc:sldMk cId="321031333" sldId="266"/>
            <ac:spMk id="18" creationId="{7575A10B-EBBB-41BE-83FE-7656B9A37A75}"/>
          </ac:spMkLst>
        </pc:spChg>
        <pc:spChg chg="add mod">
          <ac:chgData name="张 文轩" userId="f99d3195cb2c0d15" providerId="LiveId" clId="{01347078-08BC-4EB0-9707-DB775C0B5740}" dt="2019-12-23T07:15:45.598" v="4513" actId="1076"/>
          <ac:spMkLst>
            <pc:docMk/>
            <pc:sldMk cId="321031333" sldId="266"/>
            <ac:spMk id="19" creationId="{5FDFB0FD-F07D-4076-A537-63171E9100FC}"/>
          </ac:spMkLst>
        </pc:spChg>
        <pc:spChg chg="add del mod">
          <ac:chgData name="张 文轩" userId="f99d3195cb2c0d15" providerId="LiveId" clId="{01347078-08BC-4EB0-9707-DB775C0B5740}" dt="2019-12-23T07:25:32.985" v="4650" actId="478"/>
          <ac:spMkLst>
            <pc:docMk/>
            <pc:sldMk cId="321031333" sldId="266"/>
            <ac:spMk id="20" creationId="{216C4902-04E2-4B52-8672-1D71B2AF9F78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1" creationId="{D55FA4BF-20C8-4E65-B8F5-956C189985FB}"/>
          </ac:spMkLst>
        </pc:spChg>
        <pc:spChg chg="add del mod">
          <ac:chgData name="张 文轩" userId="f99d3195cb2c0d15" providerId="LiveId" clId="{01347078-08BC-4EB0-9707-DB775C0B5740}" dt="2019-12-23T07:31:05.893" v="4688" actId="478"/>
          <ac:spMkLst>
            <pc:docMk/>
            <pc:sldMk cId="321031333" sldId="266"/>
            <ac:spMk id="22" creationId="{A409FE11-27BE-401A-BD04-2779AD55A9B7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3" creationId="{1722E3B3-F717-4D7C-A4AF-FFD56320971E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4" creationId="{CDB4E79D-4FA5-4104-A3E2-98DEC0D053D0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6" creationId="{E91CB961-5BF1-4F34-83A4-CF0B554AE9ED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7" creationId="{F41D034D-AB01-4E1C-B3E5-336589FA682E}"/>
          </ac:spMkLst>
        </pc:spChg>
        <pc:spChg chg="add mod">
          <ac:chgData name="张 文轩" userId="f99d3195cb2c0d15" providerId="LiveId" clId="{01347078-08BC-4EB0-9707-DB775C0B5740}" dt="2019-12-27T07:01:41.414" v="5410" actId="1076"/>
          <ac:spMkLst>
            <pc:docMk/>
            <pc:sldMk cId="321031333" sldId="266"/>
            <ac:spMk id="28" creationId="{DC5E44F0-679E-4F59-B7DD-7F0B5FE517EE}"/>
          </ac:spMkLst>
        </pc:spChg>
        <pc:spChg chg="add del mod">
          <ac:chgData name="张 文轩" userId="f99d3195cb2c0d15" providerId="LiveId" clId="{01347078-08BC-4EB0-9707-DB775C0B5740}" dt="2019-12-27T06:57:05.855" v="5377" actId="11529"/>
          <ac:spMkLst>
            <pc:docMk/>
            <pc:sldMk cId="321031333" sldId="266"/>
            <ac:spMk id="29" creationId="{EAAC421C-9CCB-4A80-A467-5336F3B65000}"/>
          </ac:spMkLst>
        </pc:spChg>
        <pc:spChg chg="add del mod">
          <ac:chgData name="张 文轩" userId="f99d3195cb2c0d15" providerId="LiveId" clId="{01347078-08BC-4EB0-9707-DB775C0B5740}" dt="2019-12-27T06:59:33.760" v="5396" actId="11529"/>
          <ac:spMkLst>
            <pc:docMk/>
            <pc:sldMk cId="321031333" sldId="266"/>
            <ac:spMk id="44" creationId="{7C803F9C-FF35-43CC-BF26-6BC625979E85}"/>
          </ac:spMkLst>
        </pc:spChg>
        <pc:spChg chg="add del mod">
          <ac:chgData name="张 文轩" userId="f99d3195cb2c0d15" providerId="LiveId" clId="{01347078-08BC-4EB0-9707-DB775C0B5740}" dt="2019-12-27T06:59:56.948" v="5398" actId="11529"/>
          <ac:spMkLst>
            <pc:docMk/>
            <pc:sldMk cId="321031333" sldId="266"/>
            <ac:spMk id="45" creationId="{B4D171AC-0572-4545-AE08-0F85974CF1B8}"/>
          </ac:spMkLst>
        </pc:spChg>
        <pc:spChg chg="add del mod">
          <ac:chgData name="张 文轩" userId="f99d3195cb2c0d15" providerId="LiveId" clId="{01347078-08BC-4EB0-9707-DB775C0B5740}" dt="2019-12-27T07:00:27.705" v="5400" actId="11529"/>
          <ac:spMkLst>
            <pc:docMk/>
            <pc:sldMk cId="321031333" sldId="266"/>
            <ac:spMk id="46" creationId="{031273A6-6C95-42D3-9D1B-1B05D8F7E2FD}"/>
          </ac:spMkLst>
        </pc:spChg>
        <pc:spChg chg="add del mod">
          <ac:chgData name="张 文轩" userId="f99d3195cb2c0d15" providerId="LiveId" clId="{01347078-08BC-4EB0-9707-DB775C0B5740}" dt="2019-12-27T07:02:50.412" v="5422" actId="11529"/>
          <ac:spMkLst>
            <pc:docMk/>
            <pc:sldMk cId="321031333" sldId="266"/>
            <ac:spMk id="60" creationId="{09FCA335-C2F5-4EA3-BAAA-76EC8A898A9F}"/>
          </ac:spMkLst>
        </pc:spChg>
        <pc:spChg chg="add del mod">
          <ac:chgData name="张 文轩" userId="f99d3195cb2c0d15" providerId="LiveId" clId="{01347078-08BC-4EB0-9707-DB775C0B5740}" dt="2019-12-27T07:03:21.569" v="5430" actId="11529"/>
          <ac:spMkLst>
            <pc:docMk/>
            <pc:sldMk cId="321031333" sldId="266"/>
            <ac:spMk id="61" creationId="{E1114720-96E5-414C-B50E-69D5F3207884}"/>
          </ac:spMkLst>
        </pc:spChg>
        <pc:spChg chg="add mod">
          <ac:chgData name="张 文轩" userId="f99d3195cb2c0d15" providerId="LiveId" clId="{01347078-08BC-4EB0-9707-DB775C0B5740}" dt="2019-12-27T07:03:41.492" v="5436" actId="1076"/>
          <ac:spMkLst>
            <pc:docMk/>
            <pc:sldMk cId="321031333" sldId="266"/>
            <ac:spMk id="62" creationId="{E9F30E33-BCAA-425D-AF05-9FF64FF36DFC}"/>
          </ac:spMkLst>
        </pc:spChg>
        <pc:spChg chg="add mod">
          <ac:chgData name="张 文轩" userId="f99d3195cb2c0d15" providerId="LiveId" clId="{01347078-08BC-4EB0-9707-DB775C0B5740}" dt="2019-12-27T07:04:37.174" v="5442" actId="1076"/>
          <ac:spMkLst>
            <pc:docMk/>
            <pc:sldMk cId="321031333" sldId="266"/>
            <ac:spMk id="63" creationId="{2D17C09B-C029-447F-B4E9-2D9004783DD7}"/>
          </ac:spMkLst>
        </pc:s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25" creationId="{196D8E41-BC5B-4343-87DD-AC6EFE9459BE}"/>
          </ac:grpSpMkLst>
        </pc:gr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40" creationId="{2592B388-B1C2-4376-A8E8-BAA79F775F96}"/>
          </ac:grpSpMkLst>
        </pc:grpChg>
        <pc:picChg chg="add del mod">
          <ac:chgData name="张 文轩" userId="f99d3195cb2c0d15" providerId="LiveId" clId="{01347078-08BC-4EB0-9707-DB775C0B5740}" dt="2019-12-20T08:01:28.217" v="3866" actId="478"/>
          <ac:picMkLst>
            <pc:docMk/>
            <pc:sldMk cId="321031333" sldId="266"/>
            <ac:picMk id="4" creationId="{8DDA3616-7B97-4330-9A2E-21B7358F154E}"/>
          </ac:picMkLst>
        </pc:picChg>
        <pc:picChg chg="add del mod ord">
          <ac:chgData name="张 文轩" userId="f99d3195cb2c0d15" providerId="LiveId" clId="{01347078-08BC-4EB0-9707-DB775C0B5740}" dt="2019-12-22T08:58:48.249" v="4131" actId="478"/>
          <ac:picMkLst>
            <pc:docMk/>
            <pc:sldMk cId="321031333" sldId="266"/>
            <ac:picMk id="4" creationId="{E10B1458-8F6F-4163-88C4-7BF9FB97973A}"/>
          </ac:picMkLst>
        </pc:picChg>
        <pc:picChg chg="add del mod">
          <ac:chgData name="张 文轩" userId="f99d3195cb2c0d15" providerId="LiveId" clId="{01347078-08BC-4EB0-9707-DB775C0B5740}" dt="2019-12-22T08:42:56.112" v="4021" actId="478"/>
          <ac:picMkLst>
            <pc:docMk/>
            <pc:sldMk cId="321031333" sldId="266"/>
            <ac:picMk id="5" creationId="{C1B4C59F-6A46-462F-B773-2FA3D4954343}"/>
          </ac:picMkLst>
        </pc:picChg>
        <pc:picChg chg="del">
          <ac:chgData name="张 文轩" userId="f99d3195cb2c0d15" providerId="LiveId" clId="{01347078-08BC-4EB0-9707-DB775C0B5740}" dt="2019-12-20T07:27:11.869" v="3730" actId="478"/>
          <ac:picMkLst>
            <pc:docMk/>
            <pc:sldMk cId="321031333" sldId="266"/>
            <ac:picMk id="8" creationId="{CAF3BF28-6643-4C1E-9DC3-EBD7FC353367}"/>
          </ac:picMkLst>
        </pc:picChg>
        <pc:picChg chg="add del mod">
          <ac:chgData name="张 文轩" userId="f99d3195cb2c0d15" providerId="LiveId" clId="{01347078-08BC-4EB0-9707-DB775C0B5740}" dt="2019-12-23T07:05:24.747" v="4346" actId="478"/>
          <ac:picMkLst>
            <pc:docMk/>
            <pc:sldMk cId="321031333" sldId="266"/>
            <ac:picMk id="11" creationId="{1AF24935-3AAB-40AD-AAEC-C8CB5290E5AF}"/>
          </ac:picMkLst>
        </pc:picChg>
        <pc:picChg chg="add mod">
          <ac:chgData name="张 文轩" userId="f99d3195cb2c0d15" providerId="LiveId" clId="{01347078-08BC-4EB0-9707-DB775C0B5740}" dt="2019-12-23T07:15:37.061" v="4512" actId="1076"/>
          <ac:picMkLst>
            <pc:docMk/>
            <pc:sldMk cId="321031333" sldId="266"/>
            <ac:picMk id="13" creationId="{282192A7-5B4B-41E0-952B-6CB364B454B1}"/>
          </ac:picMkLst>
        </pc:picChg>
        <pc:picChg chg="add del mod ord">
          <ac:chgData name="张 文轩" userId="f99d3195cb2c0d15" providerId="LiveId" clId="{01347078-08BC-4EB0-9707-DB775C0B5740}" dt="2019-12-22T09:09:14.573" v="4208" actId="478"/>
          <ac:picMkLst>
            <pc:docMk/>
            <pc:sldMk cId="321031333" sldId="266"/>
            <ac:picMk id="13" creationId="{79713C75-8E3F-4FF2-9F5E-FE6E7C00DE1F}"/>
          </ac:picMkLst>
        </pc:picChg>
        <pc:picChg chg="add mod ord">
          <ac:chgData name="张 文轩" userId="f99d3195cb2c0d15" providerId="LiveId" clId="{01347078-08BC-4EB0-9707-DB775C0B5740}" dt="2019-12-22T09:09:35.115" v="4211" actId="14100"/>
          <ac:picMkLst>
            <pc:docMk/>
            <pc:sldMk cId="321031333" sldId="266"/>
            <ac:picMk id="15" creationId="{049C83BE-B1DE-4AC8-9CC3-EFD6C8C8E5BF}"/>
          </ac:picMkLst>
        </pc:picChg>
        <pc:picChg chg="del">
          <ac:chgData name="张 文轩" userId="f99d3195cb2c0d15" providerId="LiveId" clId="{01347078-08BC-4EB0-9707-DB775C0B5740}" dt="2019-12-20T07:27:27.391" v="3737" actId="478"/>
          <ac:picMkLst>
            <pc:docMk/>
            <pc:sldMk cId="321031333" sldId="266"/>
            <ac:picMk id="16" creationId="{BA69486F-82AC-4B17-B418-60D12E1ABD52}"/>
          </ac:picMkLst>
        </pc:picChg>
        <pc:inkChg chg="del">
          <ac:chgData name="张 文轩" userId="f99d3195cb2c0d15" providerId="LiveId" clId="{01347078-08BC-4EB0-9707-DB775C0B5740}" dt="2019-12-20T07:27:15.940" v="3732" actId="478"/>
          <ac:inkMkLst>
            <pc:docMk/>
            <pc:sldMk cId="321031333" sldId="266"/>
            <ac:inkMk id="11" creationId="{B7BAC52D-4E2A-4B47-A22A-7FBF78EF18B4}"/>
          </ac:inkMkLst>
        </pc:inkChg>
        <pc:inkChg chg="del">
          <ac:chgData name="张 文轩" userId="f99d3195cb2c0d15" providerId="LiveId" clId="{01347078-08BC-4EB0-9707-DB775C0B5740}" dt="2019-12-20T07:27:14.168" v="3731" actId="478"/>
          <ac:inkMkLst>
            <pc:docMk/>
            <pc:sldMk cId="321031333" sldId="266"/>
            <ac:inkMk id="14" creationId="{04E38377-FF8A-4FD1-BF10-77A0C65C8C73}"/>
          </ac:inkMkLst>
        </pc:inkChg>
        <pc:cxnChg chg="add mod">
          <ac:chgData name="张 文轩" userId="f99d3195cb2c0d15" providerId="LiveId" clId="{01347078-08BC-4EB0-9707-DB775C0B5740}" dt="2019-12-23T07:15:51.715" v="4514" actId="1076"/>
          <ac:cxnSpMkLst>
            <pc:docMk/>
            <pc:sldMk cId="321031333" sldId="266"/>
            <ac:cxnSpMk id="4" creationId="{332D5C77-2ECC-40C0-961F-164573D159BB}"/>
          </ac:cxnSpMkLst>
        </pc:cxnChg>
        <pc:cxnChg chg="add mod">
          <ac:chgData name="张 文轩" userId="f99d3195cb2c0d15" providerId="LiveId" clId="{01347078-08BC-4EB0-9707-DB775C0B5740}" dt="2019-12-22T08:48:52.775" v="4035" actId="13822"/>
          <ac:cxnSpMkLst>
            <pc:docMk/>
            <pc:sldMk cId="321031333" sldId="266"/>
            <ac:cxnSpMk id="6" creationId="{262D1240-8223-4D11-A741-48121B974F83}"/>
          </ac:cxnSpMkLst>
        </pc:cxnChg>
        <pc:cxnChg chg="del mod">
          <ac:chgData name="张 文轩" userId="f99d3195cb2c0d15" providerId="LiveId" clId="{01347078-08BC-4EB0-9707-DB775C0B5740}" dt="2019-12-20T07:27:19.958" v="3734" actId="478"/>
          <ac:cxnSpMkLst>
            <pc:docMk/>
            <pc:sldMk cId="321031333" sldId="266"/>
            <ac:cxnSpMk id="7" creationId="{0F92E1C0-8B5F-4E20-AC08-E7E2FA9AB384}"/>
          </ac:cxnSpMkLst>
        </pc:cxnChg>
        <pc:cxnChg chg="add del mod">
          <ac:chgData name="张 文轩" userId="f99d3195cb2c0d15" providerId="LiveId" clId="{01347078-08BC-4EB0-9707-DB775C0B5740}" dt="2019-12-27T06:56:49.648" v="5375" actId="11529"/>
          <ac:cxnSpMkLst>
            <pc:docMk/>
            <pc:sldMk cId="321031333" sldId="266"/>
            <ac:cxnSpMk id="8" creationId="{B5D35DF9-3AAE-47CE-9950-A56BD593B2E7}"/>
          </ac:cxnSpMkLst>
        </pc:cxnChg>
        <pc:cxnChg chg="add del mod">
          <ac:chgData name="张 文轩" userId="f99d3195cb2c0d15" providerId="LiveId" clId="{01347078-08BC-4EB0-9707-DB775C0B5740}" dt="2019-12-23T07:32:35.629" v="4699" actId="11529"/>
          <ac:cxnSpMkLst>
            <pc:docMk/>
            <pc:sldMk cId="321031333" sldId="266"/>
            <ac:cxnSpMk id="29" creationId="{582BEA52-FA60-4501-933B-44D439615048}"/>
          </ac:cxnSpMkLst>
        </pc:cxnChg>
        <pc:cxnChg chg="add del mod">
          <ac:chgData name="张 文轩" userId="f99d3195cb2c0d15" providerId="LiveId" clId="{01347078-08BC-4EB0-9707-DB775C0B5740}" dt="2019-12-27T06:57:44.759" v="5385" actId="11529"/>
          <ac:cxnSpMkLst>
            <pc:docMk/>
            <pc:sldMk cId="321031333" sldId="266"/>
            <ac:cxnSpMk id="31" creationId="{FDDD0919-90E8-4CC1-856B-50B834F6E07D}"/>
          </ac:cxnSpMkLst>
        </pc:cxnChg>
        <pc:cxnChg chg="add del mod">
          <ac:chgData name="张 文轩" userId="f99d3195cb2c0d15" providerId="LiveId" clId="{01347078-08BC-4EB0-9707-DB775C0B5740}" dt="2019-12-23T07:32:53.383" v="4701" actId="11529"/>
          <ac:cxnSpMkLst>
            <pc:docMk/>
            <pc:sldMk cId="321031333" sldId="266"/>
            <ac:cxnSpMk id="32" creationId="{856B3040-1FEA-4C25-B4B0-3F069DDF9BFB}"/>
          </ac:cxnSpMkLst>
        </pc:cxnChg>
        <pc:cxnChg chg="add del mod">
          <ac:chgData name="张 文轩" userId="f99d3195cb2c0d15" providerId="LiveId" clId="{01347078-08BC-4EB0-9707-DB775C0B5740}" dt="2019-12-23T07:34:09.719" v="4705" actId="478"/>
          <ac:cxnSpMkLst>
            <pc:docMk/>
            <pc:sldMk cId="321031333" sldId="266"/>
            <ac:cxnSpMk id="34" creationId="{8F80A430-0379-4AAE-A181-A6F589A9DA76}"/>
          </ac:cxnSpMkLst>
        </pc:cxnChg>
        <pc:cxnChg chg="add del mod">
          <ac:chgData name="张 文轩" userId="f99d3195cb2c0d15" providerId="LiveId" clId="{01347078-08BC-4EB0-9707-DB775C0B5740}" dt="2019-12-27T07:01:46.258" v="5413" actId="478"/>
          <ac:cxnSpMkLst>
            <pc:docMk/>
            <pc:sldMk cId="321031333" sldId="266"/>
            <ac:cxnSpMk id="35" creationId="{E0DE535C-E333-462B-B4B7-15D6DA143E7D}"/>
          </ac:cxnSpMkLst>
        </pc:cxnChg>
        <pc:cxnChg chg="add mod">
          <ac:chgData name="张 文轩" userId="f99d3195cb2c0d15" providerId="LiveId" clId="{01347078-08BC-4EB0-9707-DB775C0B5740}" dt="2019-12-23T07:39:25.454" v="4728" actId="164"/>
          <ac:cxnSpMkLst>
            <pc:docMk/>
            <pc:sldMk cId="321031333" sldId="266"/>
            <ac:cxnSpMk id="37" creationId="{D47A2FEC-412C-4B24-8324-071663421AE4}"/>
          </ac:cxnSpMkLst>
        </pc:cxnChg>
        <pc:cxnChg chg="add del mod">
          <ac:chgData name="张 文轩" userId="f99d3195cb2c0d15" providerId="LiveId" clId="{01347078-08BC-4EB0-9707-DB775C0B5740}" dt="2019-12-27T07:03:05.390" v="5426" actId="478"/>
          <ac:cxnSpMkLst>
            <pc:docMk/>
            <pc:sldMk cId="321031333" sldId="266"/>
            <ac:cxnSpMk id="54" creationId="{7FD846B2-15F4-4392-83F0-661AD43F53D8}"/>
          </ac:cxnSpMkLst>
        </pc:cxnChg>
        <pc:cxnChg chg="add mod">
          <ac:chgData name="张 文轩" userId="f99d3195cb2c0d15" providerId="LiveId" clId="{01347078-08BC-4EB0-9707-DB775C0B5740}" dt="2019-12-27T07:02:02.231" v="5417" actId="11529"/>
          <ac:cxnSpMkLst>
            <pc:docMk/>
            <pc:sldMk cId="321031333" sldId="266"/>
            <ac:cxnSpMk id="56" creationId="{BE342FB1-4154-499C-9BF7-6748CA1CC61A}"/>
          </ac:cxnSpMkLst>
        </pc:cxnChg>
        <pc:cxnChg chg="add del mod">
          <ac:chgData name="张 文轩" userId="f99d3195cb2c0d15" providerId="LiveId" clId="{01347078-08BC-4EB0-9707-DB775C0B5740}" dt="2019-12-27T07:03:02.434" v="5425" actId="478"/>
          <ac:cxnSpMkLst>
            <pc:docMk/>
            <pc:sldMk cId="321031333" sldId="266"/>
            <ac:cxnSpMk id="57" creationId="{9A4EE86B-DAE9-4604-A40F-2DEFBEEA8219}"/>
          </ac:cxnSpMkLst>
        </pc:cxnChg>
        <pc:cxnChg chg="add mod">
          <ac:chgData name="张 文轩" userId="f99d3195cb2c0d15" providerId="LiveId" clId="{01347078-08BC-4EB0-9707-DB775C0B5740}" dt="2019-12-27T07:02:23.480" v="5420" actId="17032"/>
          <ac:cxnSpMkLst>
            <pc:docMk/>
            <pc:sldMk cId="321031333" sldId="266"/>
            <ac:cxnSpMk id="59" creationId="{5F621DE6-602B-4ECF-BA72-300E7CC3CCA7}"/>
          </ac:cxnSpMkLst>
        </pc:cxnChg>
      </pc:sldChg>
      <pc:sldChg chg="add del">
        <pc:chgData name="张 文轩" userId="f99d3195cb2c0d15" providerId="LiveId" clId="{01347078-08BC-4EB0-9707-DB775C0B5740}" dt="2019-12-20T07:44:50.153" v="3750" actId="47"/>
        <pc:sldMkLst>
          <pc:docMk/>
          <pc:sldMk cId="422634815" sldId="267"/>
        </pc:sldMkLst>
      </pc:sldChg>
      <pc:sldChg chg="modSp add del">
        <pc:chgData name="张 文轩" userId="f99d3195cb2c0d15" providerId="LiveId" clId="{01347078-08BC-4EB0-9707-DB775C0B5740}" dt="2019-12-23T08:53:41.275" v="4926" actId="47"/>
        <pc:sldMkLst>
          <pc:docMk/>
          <pc:sldMk cId="4288742790" sldId="267"/>
        </pc:sldMkLst>
        <pc:spChg chg="mod">
          <ac:chgData name="张 文轩" userId="f99d3195cb2c0d15" providerId="LiveId" clId="{01347078-08BC-4EB0-9707-DB775C0B5740}" dt="2019-12-20T07:45:00.078" v="3767" actId="20577"/>
          <ac:spMkLst>
            <pc:docMk/>
            <pc:sldMk cId="4288742790" sldId="267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0T07:45:07.709" v="3773" actId="20577"/>
          <ac:spMkLst>
            <pc:docMk/>
            <pc:sldMk cId="4288742790" sldId="267"/>
            <ac:spMk id="4" creationId="{03F09025-261B-430C-A5F9-6C31C0BE2DD8}"/>
          </ac:spMkLst>
        </pc:spChg>
      </pc:sldChg>
      <pc:sldChg chg="addSp delSp modSp add del">
        <pc:chgData name="张 文轩" userId="f99d3195cb2c0d15" providerId="LiveId" clId="{01347078-08BC-4EB0-9707-DB775C0B5740}" dt="2020-03-02T07:14:32.675" v="5470" actId="47"/>
        <pc:sldMkLst>
          <pc:docMk/>
          <pc:sldMk cId="528950658" sldId="268"/>
        </pc:sldMkLst>
        <pc:spChg chg="add del mod">
          <ac:chgData name="张 文轩" userId="f99d3195cb2c0d15" providerId="LiveId" clId="{01347078-08BC-4EB0-9707-DB775C0B5740}" dt="2019-12-23T08:50:00.050" v="4872" actId="20577"/>
          <ac:spMkLst>
            <pc:docMk/>
            <pc:sldMk cId="528950658" sldId="268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4T11:14:41.545" v="5272" actId="20577"/>
          <ac:spMkLst>
            <pc:docMk/>
            <pc:sldMk cId="528950658" sldId="268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3T08:49:34.895" v="4866" actId="478"/>
          <ac:spMkLst>
            <pc:docMk/>
            <pc:sldMk cId="528950658" sldId="268"/>
            <ac:spMk id="5" creationId="{1C39C24A-AEDF-4199-A02D-0C1E713071A7}"/>
          </ac:spMkLst>
        </pc:spChg>
        <pc:spChg chg="del">
          <ac:chgData name="张 文轩" userId="f99d3195cb2c0d15" providerId="LiveId" clId="{01347078-08BC-4EB0-9707-DB775C0B5740}" dt="2019-12-23T08:49:37.874" v="4867" actId="478"/>
          <ac:spMkLst>
            <pc:docMk/>
            <pc:sldMk cId="528950658" sldId="268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49:39.444" v="4868" actId="478"/>
          <ac:spMkLst>
            <pc:docMk/>
            <pc:sldMk cId="528950658" sldId="268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49:41.041" v="4869" actId="478"/>
          <ac:spMkLst>
            <pc:docMk/>
            <pc:sldMk cId="528950658" sldId="268"/>
            <ac:spMk id="9" creationId="{9AC72E14-55F5-4A6A-9A0C-33795D674B1F}"/>
          </ac:spMkLst>
        </pc:spChg>
        <pc:spChg chg="add del mod">
          <ac:chgData name="张 文轩" userId="f99d3195cb2c0d15" providerId="LiveId" clId="{01347078-08BC-4EB0-9707-DB775C0B5740}" dt="2019-12-23T08:49:46.626" v="4870" actId="478"/>
          <ac:spMkLst>
            <pc:docMk/>
            <pc:sldMk cId="528950658" sldId="268"/>
            <ac:spMk id="10" creationId="{8A5979B0-2C5D-47E1-A3BF-048D5E71B97F}"/>
          </ac:spMkLst>
        </pc:spChg>
        <pc:spChg chg="add mod">
          <ac:chgData name="张 文轩" userId="f99d3195cb2c0d15" providerId="LiveId" clId="{01347078-08BC-4EB0-9707-DB775C0B5740}" dt="2019-12-23T08:51:46.166" v="4923" actId="1076"/>
          <ac:spMkLst>
            <pc:docMk/>
            <pc:sldMk cId="528950658" sldId="268"/>
            <ac:spMk id="11" creationId="{2A432F02-F23A-45BF-B65A-83DF406FB59C}"/>
          </ac:spMkLst>
        </pc:spChg>
      </pc:sldChg>
      <pc:sldChg chg="addSp delSp modSp add mod">
        <pc:chgData name="张 文轩" userId="f99d3195cb2c0d15" providerId="LiveId" clId="{01347078-08BC-4EB0-9707-DB775C0B5740}" dt="2020-03-02T07:51:15.036" v="5921" actId="207"/>
        <pc:sldMkLst>
          <pc:docMk/>
          <pc:sldMk cId="2122761733" sldId="269"/>
        </pc:sldMkLst>
        <pc:spChg chg="mod">
          <ac:chgData name="张 文轩" userId="f99d3195cb2c0d15" providerId="LiveId" clId="{01347078-08BC-4EB0-9707-DB775C0B5740}" dt="2020-01-11T11:06:16.786" v="5448" actId="20577"/>
          <ac:spMkLst>
            <pc:docMk/>
            <pc:sldMk cId="2122761733" sldId="269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20-03-02T07:14:51.765" v="5483" actId="20577"/>
          <ac:spMkLst>
            <pc:docMk/>
            <pc:sldMk cId="2122761733" sldId="269"/>
            <ac:spMk id="4" creationId="{03F09025-261B-430C-A5F9-6C31C0BE2DD8}"/>
          </ac:spMkLst>
        </pc:spChg>
        <pc:spChg chg="add mod">
          <ac:chgData name="张 文轩" userId="f99d3195cb2c0d15" providerId="LiveId" clId="{01347078-08BC-4EB0-9707-DB775C0B5740}" dt="2020-03-02T07:51:03.117" v="5919" actId="207"/>
          <ac:spMkLst>
            <pc:docMk/>
            <pc:sldMk cId="2122761733" sldId="269"/>
            <ac:spMk id="6" creationId="{2163D6E5-95BD-440C-BDD3-66B59A4B4E69}"/>
          </ac:spMkLst>
        </pc:spChg>
        <pc:spChg chg="del">
          <ac:chgData name="张 文轩" userId="f99d3195cb2c0d15" providerId="LiveId" clId="{01347078-08BC-4EB0-9707-DB775C0B5740}" dt="2019-12-23T08:50:04.390" v="4873" actId="478"/>
          <ac:spMkLst>
            <pc:docMk/>
            <pc:sldMk cId="2122761733" sldId="269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50:05.733" v="4874" actId="478"/>
          <ac:spMkLst>
            <pc:docMk/>
            <pc:sldMk cId="2122761733" sldId="269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50:07.058" v="4875" actId="478"/>
          <ac:spMkLst>
            <pc:docMk/>
            <pc:sldMk cId="2122761733" sldId="269"/>
            <ac:spMk id="9" creationId="{9AC72E14-55F5-4A6A-9A0C-33795D674B1F}"/>
          </ac:spMkLst>
        </pc:spChg>
        <pc:spChg chg="del">
          <ac:chgData name="张 文轩" userId="f99d3195cb2c0d15" providerId="LiveId" clId="{01347078-08BC-4EB0-9707-DB775C0B5740}" dt="2019-12-23T08:50:08.396" v="4876" actId="478"/>
          <ac:spMkLst>
            <pc:docMk/>
            <pc:sldMk cId="2122761733" sldId="269"/>
            <ac:spMk id="10" creationId="{8A5979B0-2C5D-47E1-A3BF-048D5E71B97F}"/>
          </ac:spMkLst>
        </pc:spChg>
        <pc:spChg chg="add del mod">
          <ac:chgData name="张 文轩" userId="f99d3195cb2c0d15" providerId="LiveId" clId="{01347078-08BC-4EB0-9707-DB775C0B5740}" dt="2019-12-23T08:51:49.152" v="4924" actId="478"/>
          <ac:spMkLst>
            <pc:docMk/>
            <pc:sldMk cId="2122761733" sldId="269"/>
            <ac:spMk id="11" creationId="{7798C820-B6C7-45E5-A939-AA5269345280}"/>
          </ac:spMkLst>
        </pc:spChg>
        <pc:spChg chg="add">
          <ac:chgData name="张 文轩" userId="f99d3195cb2c0d15" providerId="LiveId" clId="{01347078-08BC-4EB0-9707-DB775C0B5740}" dt="2019-12-23T08:51:53.098" v="4925"/>
          <ac:spMkLst>
            <pc:docMk/>
            <pc:sldMk cId="2122761733" sldId="269"/>
            <ac:spMk id="12" creationId="{04E0CEC8-7F1C-4F75-B71D-F06FDB2201FD}"/>
          </ac:spMkLst>
        </pc:spChg>
        <pc:graphicFrameChg chg="add del mod modGraphic">
          <ac:chgData name="张 文轩" userId="f99d3195cb2c0d15" providerId="LiveId" clId="{01347078-08BC-4EB0-9707-DB775C0B5740}" dt="2020-03-02T07:18:20.755" v="5558" actId="478"/>
          <ac:graphicFrameMkLst>
            <pc:docMk/>
            <pc:sldMk cId="2122761733" sldId="269"/>
            <ac:graphicFrameMk id="2" creationId="{AC639BEE-DD90-4F17-A604-DC3E3B484E18}"/>
          </ac:graphicFrameMkLst>
        </pc:graphicFrameChg>
        <pc:graphicFrameChg chg="add mod modGraphic">
          <ac:chgData name="张 文轩" userId="f99d3195cb2c0d15" providerId="LiveId" clId="{01347078-08BC-4EB0-9707-DB775C0B5740}" dt="2020-03-02T07:51:15.036" v="5921" actId="207"/>
          <ac:graphicFrameMkLst>
            <pc:docMk/>
            <pc:sldMk cId="2122761733" sldId="269"/>
            <ac:graphicFrameMk id="7" creationId="{0F076A89-6264-4953-8E13-22E38B16CC71}"/>
          </ac:graphicFrameMkLst>
        </pc:graphicFrameChg>
        <pc:cxnChg chg="add mod">
          <ac:chgData name="张 文轩" userId="f99d3195cb2c0d15" providerId="LiveId" clId="{01347078-08BC-4EB0-9707-DB775C0B5740}" dt="2020-03-02T07:49:52.982" v="5915" actId="11529"/>
          <ac:cxnSpMkLst>
            <pc:docMk/>
            <pc:sldMk cId="2122761733" sldId="269"/>
            <ac:cxnSpMk id="9" creationId="{59B0A379-0824-41EA-956D-A1E93C50F834}"/>
          </ac:cxnSpMkLst>
        </pc:cxnChg>
        <pc:cxnChg chg="add del mod">
          <ac:chgData name="张 文轩" userId="f99d3195cb2c0d15" providerId="LiveId" clId="{01347078-08BC-4EB0-9707-DB775C0B5740}" dt="2020-03-02T07:50:07.438" v="5917" actId="11529"/>
          <ac:cxnSpMkLst>
            <pc:docMk/>
            <pc:sldMk cId="2122761733" sldId="269"/>
            <ac:cxnSpMk id="11" creationId="{E7173A03-2C4C-46C2-9A5E-89FAFEB78549}"/>
          </ac:cxnSpMkLst>
        </pc:cxnChg>
        <pc:cxnChg chg="add mod">
          <ac:chgData name="张 文轩" userId="f99d3195cb2c0d15" providerId="LiveId" clId="{01347078-08BC-4EB0-9707-DB775C0B5740}" dt="2020-03-02T07:50:16.297" v="5918" actId="11529"/>
          <ac:cxnSpMkLst>
            <pc:docMk/>
            <pc:sldMk cId="2122761733" sldId="269"/>
            <ac:cxnSpMk id="14" creationId="{438002AB-A9A9-4C16-8097-EB91A4273E72}"/>
          </ac:cxnSpMkLst>
        </pc:cxnChg>
      </pc:sldChg>
      <pc:sldChg chg="add del">
        <pc:chgData name="张 文轩" userId="f99d3195cb2c0d15" providerId="LiveId" clId="{01347078-08BC-4EB0-9707-DB775C0B5740}" dt="2019-12-24T11:16:25.694" v="5335" actId="47"/>
        <pc:sldMkLst>
          <pc:docMk/>
          <pc:sldMk cId="2311561896" sldId="270"/>
        </pc:sldMkLst>
      </pc:sldChg>
      <pc:sldChg chg="modSp add del">
        <pc:chgData name="张 文轩" userId="f99d3195cb2c0d15" providerId="LiveId" clId="{01347078-08BC-4EB0-9707-DB775C0B5740}" dt="2020-03-02T07:14:33.775" v="5471" actId="47"/>
        <pc:sldMkLst>
          <pc:docMk/>
          <pc:sldMk cId="2547395331" sldId="271"/>
        </pc:sldMkLst>
        <pc:spChg chg="mod">
          <ac:chgData name="张 文轩" userId="f99d3195cb2c0d15" providerId="LiveId" clId="{01347078-08BC-4EB0-9707-DB775C0B5740}" dt="2019-12-27T06:46:45.367" v="5355" actId="20577"/>
          <ac:spMkLst>
            <pc:docMk/>
            <pc:sldMk cId="2547395331" sldId="271"/>
            <ac:spMk id="4" creationId="{03F09025-261B-430C-A5F9-6C31C0BE2DD8}"/>
          </ac:spMkLst>
        </pc:spChg>
      </pc:sldChg>
    </pc:docChg>
  </pc:docChgLst>
  <pc:docChgLst>
    <pc:chgData name="张 文轩" userId="f99d3195cb2c0d15" providerId="LiveId" clId="{DDA2CE93-02B3-49C4-8797-E022BD248164}"/>
    <pc:docChg chg="undo custSel addSld delSld modSld sldOrd">
      <pc:chgData name="张 文轩" userId="f99d3195cb2c0d15" providerId="LiveId" clId="{DDA2CE93-02B3-49C4-8797-E022BD248164}" dt="2020-12-14T18:02:12.606" v="2480" actId="20577"/>
      <pc:docMkLst>
        <pc:docMk/>
      </pc:docMkLst>
      <pc:sldChg chg="addSp delSp modSp mod">
        <pc:chgData name="张 文轩" userId="f99d3195cb2c0d15" providerId="LiveId" clId="{DDA2CE93-02B3-49C4-8797-E022BD248164}" dt="2020-12-13T13:25:26.001" v="281" actId="20577"/>
        <pc:sldMkLst>
          <pc:docMk/>
          <pc:sldMk cId="1768941005" sldId="256"/>
        </pc:sldMkLst>
        <pc:spChg chg="mod">
          <ac:chgData name="张 文轩" userId="f99d3195cb2c0d15" providerId="LiveId" clId="{DDA2CE93-02B3-49C4-8797-E022BD248164}" dt="2020-12-12T15:39:10.462" v="10" actId="20577"/>
          <ac:spMkLst>
            <pc:docMk/>
            <pc:sldMk cId="1768941005" sldId="256"/>
            <ac:spMk id="2" creationId="{5CBBA732-8C0E-4F74-9A64-A8C6AFC939EA}"/>
          </ac:spMkLst>
        </pc:spChg>
        <pc:spChg chg="del">
          <ac:chgData name="张 文轩" userId="f99d3195cb2c0d15" providerId="LiveId" clId="{DDA2CE93-02B3-49C4-8797-E022BD248164}" dt="2020-12-12T15:38:52.942" v="1" actId="478"/>
          <ac:spMkLst>
            <pc:docMk/>
            <pc:sldMk cId="1768941005" sldId="256"/>
            <ac:spMk id="3" creationId="{24A9560B-DF9C-484E-9E0A-69AD6889D6DA}"/>
          </ac:spMkLst>
        </pc:spChg>
        <pc:spChg chg="add mod">
          <ac:chgData name="张 文轩" userId="f99d3195cb2c0d15" providerId="LiveId" clId="{DDA2CE93-02B3-49C4-8797-E022BD248164}" dt="2020-12-13T13:25:26.001" v="281" actId="20577"/>
          <ac:spMkLst>
            <pc:docMk/>
            <pc:sldMk cId="1768941005" sldId="256"/>
            <ac:spMk id="3" creationId="{5979854E-32AF-412E-89B5-D02CADBD3A97}"/>
          </ac:spMkLst>
        </pc:spChg>
        <pc:spChg chg="add del mod">
          <ac:chgData name="张 文轩" userId="f99d3195cb2c0d15" providerId="LiveId" clId="{DDA2CE93-02B3-49C4-8797-E022BD248164}" dt="2020-12-12T15:38:56.412" v="2" actId="478"/>
          <ac:spMkLst>
            <pc:docMk/>
            <pc:sldMk cId="1768941005" sldId="256"/>
            <ac:spMk id="5" creationId="{EBF5B01E-03FB-4758-BE38-E54145839372}"/>
          </ac:spMkLst>
        </pc:spChg>
      </pc:sldChg>
      <pc:sldChg chg="del">
        <pc:chgData name="张 文轩" userId="f99d3195cb2c0d15" providerId="LiveId" clId="{DDA2CE93-02B3-49C4-8797-E022BD248164}" dt="2020-12-12T15:39:31.371" v="11" actId="47"/>
        <pc:sldMkLst>
          <pc:docMk/>
          <pc:sldMk cId="831083259" sldId="257"/>
        </pc:sldMkLst>
      </pc:sldChg>
      <pc:sldChg chg="addSp delSp modSp mod">
        <pc:chgData name="张 文轩" userId="f99d3195cb2c0d15" providerId="LiveId" clId="{DDA2CE93-02B3-49C4-8797-E022BD248164}" dt="2020-12-14T16:39:21.708" v="1651" actId="14100"/>
        <pc:sldMkLst>
          <pc:docMk/>
          <pc:sldMk cId="1499674974" sldId="261"/>
        </pc:sldMkLst>
        <pc:spChg chg="del mod">
          <ac:chgData name="张 文轩" userId="f99d3195cb2c0d15" providerId="LiveId" clId="{DDA2CE93-02B3-49C4-8797-E022BD248164}" dt="2020-12-12T16:41:22.714" v="253" actId="478"/>
          <ac:spMkLst>
            <pc:docMk/>
            <pc:sldMk cId="1499674974" sldId="261"/>
            <ac:spMk id="4" creationId="{65FEE5FC-74A8-4DD1-B9F9-814669115DE8}"/>
          </ac:spMkLst>
        </pc:spChg>
        <pc:spChg chg="add del mod">
          <ac:chgData name="张 文轩" userId="f99d3195cb2c0d15" providerId="LiveId" clId="{DDA2CE93-02B3-49C4-8797-E022BD248164}" dt="2020-12-12T16:41:24.497" v="254" actId="478"/>
          <ac:spMkLst>
            <pc:docMk/>
            <pc:sldMk cId="1499674974" sldId="261"/>
            <ac:spMk id="8" creationId="{2A4DE22B-A94E-431F-B70B-4D4BCEF12464}"/>
          </ac:spMkLst>
        </pc:spChg>
        <pc:spChg chg="mod">
          <ac:chgData name="张 文轩" userId="f99d3195cb2c0d15" providerId="LiveId" clId="{DDA2CE93-02B3-49C4-8797-E022BD248164}" dt="2020-12-14T16:39:21.708" v="1651" actId="14100"/>
          <ac:spMkLst>
            <pc:docMk/>
            <pc:sldMk cId="1499674974" sldId="261"/>
            <ac:spMk id="9" creationId="{66F38E44-2B3F-491F-823C-105D78B6BEB3}"/>
          </ac:spMkLst>
        </pc:spChg>
        <pc:spChg chg="mod">
          <ac:chgData name="张 文轩" userId="f99d3195cb2c0d15" providerId="LiveId" clId="{DDA2CE93-02B3-49C4-8797-E022BD248164}" dt="2020-12-14T12:52:25.591" v="1286" actId="1076"/>
          <ac:spMkLst>
            <pc:docMk/>
            <pc:sldMk cId="1499674974" sldId="261"/>
            <ac:spMk id="11" creationId="{8986862D-630D-4332-9706-92FD09DBA8D0}"/>
          </ac:spMkLst>
        </pc:spChg>
        <pc:spChg chg="mod">
          <ac:chgData name="张 文轩" userId="f99d3195cb2c0d15" providerId="LiveId" clId="{DDA2CE93-02B3-49C4-8797-E022BD248164}" dt="2020-12-14T12:52:32.610" v="1287" actId="1076"/>
          <ac:spMkLst>
            <pc:docMk/>
            <pc:sldMk cId="1499674974" sldId="261"/>
            <ac:spMk id="12" creationId="{A941D5D7-640D-4AA3-8EE0-0528ED8A785A}"/>
          </ac:spMkLst>
        </pc:spChg>
        <pc:spChg chg="del">
          <ac:chgData name="张 文轩" userId="f99d3195cb2c0d15" providerId="LiveId" clId="{DDA2CE93-02B3-49C4-8797-E022BD248164}" dt="2020-12-12T16:41:21.280" v="252" actId="478"/>
          <ac:spMkLst>
            <pc:docMk/>
            <pc:sldMk cId="1499674974" sldId="261"/>
            <ac:spMk id="14" creationId="{90238222-AAE9-433B-9724-21987480A18D}"/>
          </ac:spMkLst>
        </pc:spChg>
        <pc:spChg chg="mod">
          <ac:chgData name="张 文轩" userId="f99d3195cb2c0d15" providerId="LiveId" clId="{DDA2CE93-02B3-49C4-8797-E022BD248164}" dt="2020-12-14T16:38:25.509" v="1646" actId="1076"/>
          <ac:spMkLst>
            <pc:docMk/>
            <pc:sldMk cId="1499674974" sldId="261"/>
            <ac:spMk id="15" creationId="{9DCE1A9A-F053-42FE-8C59-DED76E6CB2BE}"/>
          </ac:spMkLst>
        </pc:spChg>
        <pc:spChg chg="del">
          <ac:chgData name="张 文轩" userId="f99d3195cb2c0d15" providerId="LiveId" clId="{DDA2CE93-02B3-49C4-8797-E022BD248164}" dt="2020-12-12T15:40:07.722" v="12" actId="478"/>
          <ac:spMkLst>
            <pc:docMk/>
            <pc:sldMk cId="1499674974" sldId="261"/>
            <ac:spMk id="15" creationId="{A26F2C2A-1570-46C8-AD9D-56E7D3576DD3}"/>
          </ac:spMkLst>
        </pc:spChg>
        <pc:spChg chg="mod">
          <ac:chgData name="张 文轩" userId="f99d3195cb2c0d15" providerId="LiveId" clId="{DDA2CE93-02B3-49C4-8797-E022BD248164}" dt="2020-12-14T12:54:38.170" v="1295" actId="1076"/>
          <ac:spMkLst>
            <pc:docMk/>
            <pc:sldMk cId="1499674974" sldId="261"/>
            <ac:spMk id="16" creationId="{4927E96D-6C25-409F-AFE0-D958814DC306}"/>
          </ac:spMkLst>
        </pc:spChg>
        <pc:spChg chg="mod">
          <ac:chgData name="张 文轩" userId="f99d3195cb2c0d15" providerId="LiveId" clId="{DDA2CE93-02B3-49C4-8797-E022BD248164}" dt="2020-12-14T16:38:29.479" v="1647" actId="1076"/>
          <ac:spMkLst>
            <pc:docMk/>
            <pc:sldMk cId="1499674974" sldId="261"/>
            <ac:spMk id="17" creationId="{AB12DFA4-0DAC-42D4-A7BD-828E4CEE4E77}"/>
          </ac:spMkLst>
        </pc:spChg>
        <pc:spChg chg="mod">
          <ac:chgData name="张 文轩" userId="f99d3195cb2c0d15" providerId="LiveId" clId="{DDA2CE93-02B3-49C4-8797-E022BD248164}" dt="2020-12-14T16:38:12.189" v="1645" actId="14100"/>
          <ac:spMkLst>
            <pc:docMk/>
            <pc:sldMk cId="1499674974" sldId="261"/>
            <ac:spMk id="19" creationId="{622D1D9E-D31E-4668-B869-FE0F19A71E95}"/>
          </ac:spMkLst>
        </pc:spChg>
        <pc:spChg chg="mod">
          <ac:chgData name="张 文轩" userId="f99d3195cb2c0d15" providerId="LiveId" clId="{DDA2CE93-02B3-49C4-8797-E022BD248164}" dt="2020-12-14T13:57:12.842" v="1440" actId="14100"/>
          <ac:spMkLst>
            <pc:docMk/>
            <pc:sldMk cId="1499674974" sldId="261"/>
            <ac:spMk id="20" creationId="{A2939A95-FA8F-48F2-B4F5-BA7AFAF65ED8}"/>
          </ac:spMkLst>
        </pc:spChg>
        <pc:picChg chg="del">
          <ac:chgData name="张 文轩" userId="f99d3195cb2c0d15" providerId="LiveId" clId="{DDA2CE93-02B3-49C4-8797-E022BD248164}" dt="2020-12-12T15:40:08.427" v="13" actId="478"/>
          <ac:picMkLst>
            <pc:docMk/>
            <pc:sldMk cId="1499674974" sldId="261"/>
            <ac:picMk id="17" creationId="{0690DFCB-46E4-46C4-8AC4-4840CA044F9C}"/>
          </ac:picMkLst>
        </pc:picChg>
        <pc:cxnChg chg="mod">
          <ac:chgData name="张 文轩" userId="f99d3195cb2c0d15" providerId="LiveId" clId="{DDA2CE93-02B3-49C4-8797-E022BD248164}" dt="2020-12-12T16:40:33.910" v="244" actId="1076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ord">
        <pc:chgData name="张 文轩" userId="f99d3195cb2c0d15" providerId="LiveId" clId="{DDA2CE93-02B3-49C4-8797-E022BD248164}" dt="2020-12-12T15:40:42.932" v="18"/>
        <pc:sldMkLst>
          <pc:docMk/>
          <pc:sldMk cId="3295466074" sldId="262"/>
        </pc:sldMkLst>
      </pc:sldChg>
      <pc:sldChg chg="addSp delSp modSp mod ord">
        <pc:chgData name="张 文轩" userId="f99d3195cb2c0d15" providerId="LiveId" clId="{DDA2CE93-02B3-49C4-8797-E022BD248164}" dt="2020-12-14T17:51:03.597" v="2405" actId="478"/>
        <pc:sldMkLst>
          <pc:docMk/>
          <pc:sldMk cId="3905351228" sldId="263"/>
        </pc:sldMkLst>
        <pc:spChg chg="mod">
          <ac:chgData name="张 文轩" userId="f99d3195cb2c0d15" providerId="LiveId" clId="{DDA2CE93-02B3-49C4-8797-E022BD248164}" dt="2020-12-14T13:47:08.643" v="1359" actId="20577"/>
          <ac:spMkLst>
            <pc:docMk/>
            <pc:sldMk cId="3905351228" sldId="263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17:13:42.530" v="2170" actId="478"/>
          <ac:spMkLst>
            <pc:docMk/>
            <pc:sldMk cId="3905351228" sldId="263"/>
            <ac:spMk id="4" creationId="{15FCAAF3-A5F3-492E-B388-E3026181AB89}"/>
          </ac:spMkLst>
        </pc:spChg>
        <pc:spChg chg="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5" creationId="{4584AA72-CB15-4733-9EA3-1A3E410A3075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8" creationId="{63643D79-1EDF-40FE-AA49-5A1E53AB2EBA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9" creationId="{27DDAF68-E8EB-4550-94C3-97B8CCF66B4D}"/>
          </ac:spMkLst>
        </pc:spChg>
        <pc:spChg chg="add mod">
          <ac:chgData name="张 文轩" userId="f99d3195cb2c0d15" providerId="LiveId" clId="{DDA2CE93-02B3-49C4-8797-E022BD248164}" dt="2020-12-14T17:51:00.931" v="2404" actId="1076"/>
          <ac:spMkLst>
            <pc:docMk/>
            <pc:sldMk cId="3905351228" sldId="263"/>
            <ac:spMk id="10" creationId="{C647564F-CCA5-49BE-BB65-B2C85B31F3B8}"/>
          </ac:spMkLst>
        </pc:spChg>
        <pc:spChg chg="add del mod">
          <ac:chgData name="张 文轩" userId="f99d3195cb2c0d15" providerId="LiveId" clId="{DDA2CE93-02B3-49C4-8797-E022BD248164}" dt="2020-12-14T17:33:04.851" v="2345" actId="478"/>
          <ac:spMkLst>
            <pc:docMk/>
            <pc:sldMk cId="3905351228" sldId="263"/>
            <ac:spMk id="12" creationId="{FCEF6200-4526-44D9-8B3B-B1CE19CFFCA3}"/>
          </ac:spMkLst>
        </pc:spChg>
        <pc:spChg chg="del">
          <ac:chgData name="张 文轩" userId="f99d3195cb2c0d15" providerId="LiveId" clId="{DDA2CE93-02B3-49C4-8797-E022BD248164}" dt="2020-12-14T17:19:41.460" v="2306" actId="478"/>
          <ac:spMkLst>
            <pc:docMk/>
            <pc:sldMk cId="3905351228" sldId="263"/>
            <ac:spMk id="13" creationId="{03FFD942-1A4D-4263-87C8-FE87DC8B297B}"/>
          </ac:spMkLst>
        </pc:spChg>
        <pc:spChg chg="add del mod">
          <ac:chgData name="张 文轩" userId="f99d3195cb2c0d15" providerId="LiveId" clId="{DDA2CE93-02B3-49C4-8797-E022BD248164}" dt="2020-12-14T17:33:04.851" v="2345" actId="478"/>
          <ac:spMkLst>
            <pc:docMk/>
            <pc:sldMk cId="3905351228" sldId="263"/>
            <ac:spMk id="14" creationId="{B3162C1F-2070-4446-8957-764108553C13}"/>
          </ac:spMkLst>
        </pc:spChg>
        <pc:spChg chg="add del mod">
          <ac:chgData name="张 文轩" userId="f99d3195cb2c0d15" providerId="LiveId" clId="{DDA2CE93-02B3-49C4-8797-E022BD248164}" dt="2020-12-14T17:51:03.597" v="2405" actId="478"/>
          <ac:spMkLst>
            <pc:docMk/>
            <pc:sldMk cId="3905351228" sldId="263"/>
            <ac:spMk id="15" creationId="{275426AE-F7CD-431E-8280-FB0D7BAD4260}"/>
          </ac:spMkLst>
        </pc:spChg>
        <pc:spChg chg="del">
          <ac:chgData name="张 文轩" userId="f99d3195cb2c0d15" providerId="LiveId" clId="{DDA2CE93-02B3-49C4-8797-E022BD248164}" dt="2020-12-13T13:32:08.899" v="301" actId="478"/>
          <ac:spMkLst>
            <pc:docMk/>
            <pc:sldMk cId="3905351228" sldId="263"/>
            <ac:spMk id="22" creationId="{A1A2BAF4-3F9D-4D45-8FBD-1FEF7E0DB420}"/>
          </ac:spMkLst>
        </pc:spChg>
        <pc:spChg chg="del">
          <ac:chgData name="张 文轩" userId="f99d3195cb2c0d15" providerId="LiveId" clId="{DDA2CE93-02B3-49C4-8797-E022BD248164}" dt="2020-12-14T17:19:41.460" v="2306" actId="478"/>
          <ac:spMkLst>
            <pc:docMk/>
            <pc:sldMk cId="3905351228" sldId="263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4T16:34:24.719" v="1636" actId="478"/>
          <ac:graphicFrameMkLst>
            <pc:docMk/>
            <pc:sldMk cId="3905351228" sldId="263"/>
            <ac:graphicFrameMk id="11" creationId="{7EDB64A2-26DD-4039-8DE9-7A907F243D1A}"/>
          </ac:graphicFrameMkLst>
        </pc:graphicFrameChg>
        <pc:graphicFrameChg chg="del">
          <ac:chgData name="张 文轩" userId="f99d3195cb2c0d15" providerId="LiveId" clId="{DDA2CE93-02B3-49C4-8797-E022BD248164}" dt="2020-12-13T13:32:03.084" v="300" actId="478"/>
          <ac:graphicFrameMkLst>
            <pc:docMk/>
            <pc:sldMk cId="3905351228" sldId="263"/>
            <ac:graphicFrameMk id="14" creationId="{D6212D61-177F-4511-92AF-2C3788FE6187}"/>
          </ac:graphicFrameMkLst>
        </pc:graphicFrameChg>
        <pc:graphicFrameChg chg="del">
          <ac:chgData name="张 文轩" userId="f99d3195cb2c0d15" providerId="LiveId" clId="{DDA2CE93-02B3-49C4-8797-E022BD248164}" dt="2020-12-13T13:32:03.084" v="300" actId="478"/>
          <ac:graphicFrameMkLst>
            <pc:docMk/>
            <pc:sldMk cId="3905351228" sldId="263"/>
            <ac:graphicFrameMk id="15" creationId="{6495AE60-CEDE-4CA8-894D-CD3C10AC8E50}"/>
          </ac:graphicFrameMkLst>
        </pc:graphicFrameChg>
        <pc:picChg chg="add mod">
          <ac:chgData name="张 文轩" userId="f99d3195cb2c0d15" providerId="LiveId" clId="{DDA2CE93-02B3-49C4-8797-E022BD248164}" dt="2020-12-14T17:50:50.971" v="2403" actId="1076"/>
          <ac:picMkLst>
            <pc:docMk/>
            <pc:sldMk cId="3905351228" sldId="263"/>
            <ac:picMk id="6" creationId="{D18A9617-0011-4A38-9EB4-A4194462E16F}"/>
          </ac:picMkLst>
        </pc:picChg>
      </pc:sldChg>
      <pc:sldChg chg="addSp delSp modSp mod">
        <pc:chgData name="张 文轩" userId="f99d3195cb2c0d15" providerId="LiveId" clId="{DDA2CE93-02B3-49C4-8797-E022BD248164}" dt="2020-12-14T16:58:36.617" v="1995"/>
        <pc:sldMkLst>
          <pc:docMk/>
          <pc:sldMk cId="3118143486" sldId="268"/>
        </pc:sldMkLst>
        <pc:spChg chg="mod">
          <ac:chgData name="张 文轩" userId="f99d3195cb2c0d15" providerId="LiveId" clId="{DDA2CE93-02B3-49C4-8797-E022BD248164}" dt="2020-12-14T13:49:26.629" v="1431" actId="20577"/>
          <ac:spMkLst>
            <pc:docMk/>
            <pc:sldMk cId="3118143486" sldId="268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00:13:42.383" v="648" actId="478"/>
          <ac:spMkLst>
            <pc:docMk/>
            <pc:sldMk cId="3118143486" sldId="268"/>
            <ac:spMk id="4" creationId="{DC241549-E6DF-47D8-B507-CB08FB30BCD8}"/>
          </ac:spMkLst>
        </pc:spChg>
        <pc:spChg chg="mod">
          <ac:chgData name="张 文轩" userId="f99d3195cb2c0d15" providerId="LiveId" clId="{DDA2CE93-02B3-49C4-8797-E022BD248164}" dt="2020-12-14T13:00:57.661" v="1351" actId="1076"/>
          <ac:spMkLst>
            <pc:docMk/>
            <pc:sldMk cId="3118143486" sldId="268"/>
            <ac:spMk id="8" creationId="{5D169266-432A-4F8B-8040-30B2DEC91EB3}"/>
          </ac:spMkLst>
        </pc:spChg>
        <pc:spChg chg="del">
          <ac:chgData name="张 文轩" userId="f99d3195cb2c0d15" providerId="LiveId" clId="{DDA2CE93-02B3-49C4-8797-E022BD248164}" dt="2020-12-14T00:13:26.564" v="647" actId="478"/>
          <ac:spMkLst>
            <pc:docMk/>
            <pc:sldMk cId="3118143486" sldId="268"/>
            <ac:spMk id="10" creationId="{253B8E5C-0FA0-4EB6-8FC6-86DBE641E246}"/>
          </ac:spMkLst>
        </pc:spChg>
        <pc:spChg chg="add mod">
          <ac:chgData name="张 文轩" userId="f99d3195cb2c0d15" providerId="LiveId" clId="{DDA2CE93-02B3-49C4-8797-E022BD248164}" dt="2020-12-14T16:58:36.617" v="1995"/>
          <ac:spMkLst>
            <pc:docMk/>
            <pc:sldMk cId="3118143486" sldId="268"/>
            <ac:spMk id="16" creationId="{BB4D91F3-AFCB-4839-9C12-FB74C9FFFD04}"/>
          </ac:spMkLst>
        </pc:spChg>
        <pc:spChg chg="add mod">
          <ac:chgData name="张 文轩" userId="f99d3195cb2c0d15" providerId="LiveId" clId="{DDA2CE93-02B3-49C4-8797-E022BD248164}" dt="2020-12-14T16:58:36.617" v="1995"/>
          <ac:spMkLst>
            <pc:docMk/>
            <pc:sldMk cId="3118143486" sldId="268"/>
            <ac:spMk id="17" creationId="{7204E592-C0F5-4E2B-9DAE-1CB8FD3C115C}"/>
          </ac:spMkLst>
        </pc:spChg>
        <pc:picChg chg="add mod">
          <ac:chgData name="张 文轩" userId="f99d3195cb2c0d15" providerId="LiveId" clId="{DDA2CE93-02B3-49C4-8797-E022BD248164}" dt="2020-12-14T12:59:29.991" v="1336" actId="1076"/>
          <ac:picMkLst>
            <pc:docMk/>
            <pc:sldMk cId="3118143486" sldId="268"/>
            <ac:picMk id="6" creationId="{DEF826E0-2190-440C-A08C-AA09B61470E4}"/>
          </ac:picMkLst>
        </pc:picChg>
        <pc:picChg chg="add del mod">
          <ac:chgData name="张 文轩" userId="f99d3195cb2c0d15" providerId="LiveId" clId="{DDA2CE93-02B3-49C4-8797-E022BD248164}" dt="2020-12-14T13:00:12.183" v="1339" actId="478"/>
          <ac:picMkLst>
            <pc:docMk/>
            <pc:sldMk cId="3118143486" sldId="268"/>
            <ac:picMk id="9" creationId="{034A2614-9114-407C-8255-2AC35F72BF4F}"/>
          </ac:picMkLst>
        </pc:picChg>
        <pc:picChg chg="add mod">
          <ac:chgData name="张 文轩" userId="f99d3195cb2c0d15" providerId="LiveId" clId="{DDA2CE93-02B3-49C4-8797-E022BD248164}" dt="2020-12-14T13:00:50.151" v="1350" actId="14100"/>
          <ac:picMkLst>
            <pc:docMk/>
            <pc:sldMk cId="3118143486" sldId="268"/>
            <ac:picMk id="12" creationId="{1E5EF83C-B48C-4524-B7C2-6EFA9E479A37}"/>
          </ac:picMkLst>
        </pc:picChg>
        <pc:picChg chg="mod">
          <ac:chgData name="张 文轩" userId="f99d3195cb2c0d15" providerId="LiveId" clId="{DDA2CE93-02B3-49C4-8797-E022BD248164}" dt="2020-12-14T13:01:18.651" v="1354" actId="1076"/>
          <ac:picMkLst>
            <pc:docMk/>
            <pc:sldMk cId="3118143486" sldId="268"/>
            <ac:picMk id="13" creationId="{73D36270-A701-4B9A-B583-41D64EC24AA2}"/>
          </ac:picMkLst>
        </pc:picChg>
        <pc:picChg chg="mod">
          <ac:chgData name="张 文轩" userId="f99d3195cb2c0d15" providerId="LiveId" clId="{DDA2CE93-02B3-49C4-8797-E022BD248164}" dt="2020-12-14T13:01:23.630" v="1355" actId="1076"/>
          <ac:picMkLst>
            <pc:docMk/>
            <pc:sldMk cId="3118143486" sldId="268"/>
            <ac:picMk id="18" creationId="{E701EB13-7F49-4A0C-9A62-D7D04364EB7F}"/>
          </ac:picMkLst>
        </pc:picChg>
        <pc:picChg chg="del">
          <ac:chgData name="张 文轩" userId="f99d3195cb2c0d15" providerId="LiveId" clId="{DDA2CE93-02B3-49C4-8797-E022BD248164}" dt="2020-12-14T12:57:03.071" v="1301" actId="478"/>
          <ac:picMkLst>
            <pc:docMk/>
            <pc:sldMk cId="3118143486" sldId="268"/>
            <ac:picMk id="20" creationId="{9128FB00-99C8-4397-B219-C517F9B902BA}"/>
          </ac:picMkLst>
        </pc:picChg>
      </pc:sldChg>
      <pc:sldChg chg="addSp delSp modSp del mod">
        <pc:chgData name="张 文轩" userId="f99d3195cb2c0d15" providerId="LiveId" clId="{DDA2CE93-02B3-49C4-8797-E022BD248164}" dt="2020-12-14T10:37:51.311" v="1275" actId="47"/>
        <pc:sldMkLst>
          <pc:docMk/>
          <pc:sldMk cId="3835757680" sldId="269"/>
        </pc:sldMkLst>
        <pc:spChg chg="mod">
          <ac:chgData name="张 文轩" userId="f99d3195cb2c0d15" providerId="LiveId" clId="{DDA2CE93-02B3-49C4-8797-E022BD248164}" dt="2020-12-12T16:41:14.723" v="251" actId="20577"/>
          <ac:spMkLst>
            <pc:docMk/>
            <pc:sldMk cId="3835757680" sldId="269"/>
            <ac:spMk id="4" creationId="{EAF1F7E9-DB5C-4451-B03A-8AC1951EFE03}"/>
          </ac:spMkLst>
        </pc:spChg>
        <pc:spChg chg="del">
          <ac:chgData name="张 文轩" userId="f99d3195cb2c0d15" providerId="LiveId" clId="{DDA2CE93-02B3-49C4-8797-E022BD248164}" dt="2020-12-13T13:27:24.422" v="282" actId="478"/>
          <ac:spMkLst>
            <pc:docMk/>
            <pc:sldMk cId="3835757680" sldId="269"/>
            <ac:spMk id="5" creationId="{B5623CF2-4651-43ED-887F-68A7940E6579}"/>
          </ac:spMkLst>
        </pc:spChg>
        <pc:spChg chg="mod">
          <ac:chgData name="张 文轩" userId="f99d3195cb2c0d15" providerId="LiveId" clId="{DDA2CE93-02B3-49C4-8797-E022BD248164}" dt="2020-12-12T16:30:41.386" v="166" actId="14100"/>
          <ac:spMkLst>
            <pc:docMk/>
            <pc:sldMk cId="3835757680" sldId="269"/>
            <ac:spMk id="7" creationId="{B9280748-03D5-4E5A-B32B-AECD158FAB47}"/>
          </ac:spMkLst>
        </pc:spChg>
        <pc:spChg chg="add del mod">
          <ac:chgData name="张 文轩" userId="f99d3195cb2c0d15" providerId="LiveId" clId="{DDA2CE93-02B3-49C4-8797-E022BD248164}" dt="2020-12-12T16:31:11.022" v="170" actId="1076"/>
          <ac:spMkLst>
            <pc:docMk/>
            <pc:sldMk cId="3835757680" sldId="269"/>
            <ac:spMk id="8" creationId="{94CAF8A4-88C9-4413-9A71-6B6863EAE24E}"/>
          </ac:spMkLst>
        </pc:spChg>
        <pc:spChg chg="del">
          <ac:chgData name="张 文轩" userId="f99d3195cb2c0d15" providerId="LiveId" clId="{DDA2CE93-02B3-49C4-8797-E022BD248164}" dt="2020-12-13T13:27:24.422" v="282" actId="478"/>
          <ac:spMkLst>
            <pc:docMk/>
            <pc:sldMk cId="3835757680" sldId="269"/>
            <ac:spMk id="9" creationId="{B84EF8C6-763D-426A-A04C-13A2ED74982B}"/>
          </ac:spMkLst>
        </pc:spChg>
        <pc:spChg chg="add mod">
          <ac:chgData name="张 文轩" userId="f99d3195cb2c0d15" providerId="LiveId" clId="{DDA2CE93-02B3-49C4-8797-E022BD248164}" dt="2020-12-12T16:28:41.478" v="148" actId="1076"/>
          <ac:spMkLst>
            <pc:docMk/>
            <pc:sldMk cId="3835757680" sldId="269"/>
            <ac:spMk id="10" creationId="{D00BF802-F950-4166-A075-1B7FFCE34CB5}"/>
          </ac:spMkLst>
        </pc:spChg>
        <pc:spChg chg="add mod">
          <ac:chgData name="张 文轩" userId="f99d3195cb2c0d15" providerId="LiveId" clId="{DDA2CE93-02B3-49C4-8797-E022BD248164}" dt="2020-12-12T16:28:12.709" v="144" actId="1076"/>
          <ac:spMkLst>
            <pc:docMk/>
            <pc:sldMk cId="3835757680" sldId="269"/>
            <ac:spMk id="11" creationId="{49965BE7-7EDB-40BB-BEEF-6DE90A6012DD}"/>
          </ac:spMkLst>
        </pc:spChg>
        <pc:spChg chg="add del">
          <ac:chgData name="张 文轩" userId="f99d3195cb2c0d15" providerId="LiveId" clId="{DDA2CE93-02B3-49C4-8797-E022BD248164}" dt="2020-12-12T16:29:24.228" v="152" actId="22"/>
          <ac:spMkLst>
            <pc:docMk/>
            <pc:sldMk cId="3835757680" sldId="269"/>
            <ac:spMk id="13" creationId="{B72EB45A-1F78-48E9-89BB-6432D3D8C48B}"/>
          </ac:spMkLst>
        </pc:spChg>
        <pc:spChg chg="del">
          <ac:chgData name="张 文轩" userId="f99d3195cb2c0d15" providerId="LiveId" clId="{DDA2CE93-02B3-49C4-8797-E022BD248164}" dt="2020-12-12T15:40:20.342" v="14" actId="478"/>
          <ac:spMkLst>
            <pc:docMk/>
            <pc:sldMk cId="3835757680" sldId="269"/>
            <ac:spMk id="14" creationId="{554C7B89-8894-4A6B-874C-8ECE6BD554DE}"/>
          </ac:spMkLst>
        </pc:spChg>
        <pc:spChg chg="add del">
          <ac:chgData name="张 文轩" userId="f99d3195cb2c0d15" providerId="LiveId" clId="{DDA2CE93-02B3-49C4-8797-E022BD248164}" dt="2020-12-12T16:29:30.756" v="154" actId="22"/>
          <ac:spMkLst>
            <pc:docMk/>
            <pc:sldMk cId="3835757680" sldId="269"/>
            <ac:spMk id="15" creationId="{E0A207F3-A3F4-4EAF-8011-B996C32A0B59}"/>
          </ac:spMkLst>
        </pc:spChg>
        <pc:spChg chg="del">
          <ac:chgData name="张 文轩" userId="f99d3195cb2c0d15" providerId="LiveId" clId="{DDA2CE93-02B3-49C4-8797-E022BD248164}" dt="2020-12-12T15:40:22.272" v="15" actId="478"/>
          <ac:spMkLst>
            <pc:docMk/>
            <pc:sldMk cId="3835757680" sldId="269"/>
            <ac:spMk id="16" creationId="{AB88F286-178F-4473-8A1A-6C6F4C60C163}"/>
          </ac:spMkLst>
        </pc:spChg>
        <pc:spChg chg="add mod">
          <ac:chgData name="张 文轩" userId="f99d3195cb2c0d15" providerId="LiveId" clId="{DDA2CE93-02B3-49C4-8797-E022BD248164}" dt="2020-12-12T16:32:00.101" v="204" actId="14100"/>
          <ac:spMkLst>
            <pc:docMk/>
            <pc:sldMk cId="3835757680" sldId="269"/>
            <ac:spMk id="17" creationId="{F80359CD-198C-4325-9CD8-24F0B53ED507}"/>
          </ac:spMkLst>
        </pc:spChg>
        <pc:spChg chg="del">
          <ac:chgData name="张 文轩" userId="f99d3195cb2c0d15" providerId="LiveId" clId="{DDA2CE93-02B3-49C4-8797-E022BD248164}" dt="2020-12-12T15:40:23.632" v="16" actId="478"/>
          <ac:spMkLst>
            <pc:docMk/>
            <pc:sldMk cId="3835757680" sldId="269"/>
            <ac:spMk id="20" creationId="{4091FD82-FC85-4EA1-8A4E-7ECD73266949}"/>
          </ac:spMkLst>
        </pc:spChg>
      </pc:sldChg>
      <pc:sldChg chg="addSp delSp modSp mod ord">
        <pc:chgData name="张 文轩" userId="f99d3195cb2c0d15" providerId="LiveId" clId="{DDA2CE93-02B3-49C4-8797-E022BD248164}" dt="2020-12-14T04:07:37.574" v="1123" actId="20577"/>
        <pc:sldMkLst>
          <pc:docMk/>
          <pc:sldMk cId="3406235047" sldId="270"/>
        </pc:sldMkLst>
        <pc:spChg chg="mod">
          <ac:chgData name="张 文轩" userId="f99d3195cb2c0d15" providerId="LiveId" clId="{DDA2CE93-02B3-49C4-8797-E022BD248164}" dt="2020-12-14T04:07:37.574" v="1123" actId="20577"/>
          <ac:spMkLst>
            <pc:docMk/>
            <pc:sldMk cId="3406235047" sldId="270"/>
            <ac:spMk id="2" creationId="{6F26C40E-F29B-4329-A72E-38AEA43DFCA5}"/>
          </ac:spMkLst>
        </pc:spChg>
        <pc:picChg chg="del">
          <ac:chgData name="张 文轩" userId="f99d3195cb2c0d15" providerId="LiveId" clId="{DDA2CE93-02B3-49C4-8797-E022BD248164}" dt="2020-12-12T16:38:04.593" v="225" actId="478"/>
          <ac:picMkLst>
            <pc:docMk/>
            <pc:sldMk cId="3406235047" sldId="270"/>
            <ac:picMk id="3" creationId="{956ABF52-16E4-4BE3-AF98-8A0B0EEE3918}"/>
          </ac:picMkLst>
        </pc:picChg>
        <pc:picChg chg="mod ord">
          <ac:chgData name="张 文轩" userId="f99d3195cb2c0d15" providerId="LiveId" clId="{DDA2CE93-02B3-49C4-8797-E022BD248164}" dt="2020-12-12T16:39:33.759" v="233" actId="14100"/>
          <ac:picMkLst>
            <pc:docMk/>
            <pc:sldMk cId="3406235047" sldId="270"/>
            <ac:picMk id="4" creationId="{84DBC692-DD7F-449F-825B-573968626C2A}"/>
          </ac:picMkLst>
        </pc:picChg>
        <pc:picChg chg="del">
          <ac:chgData name="张 文轩" userId="f99d3195cb2c0d15" providerId="LiveId" clId="{DDA2CE93-02B3-49C4-8797-E022BD248164}" dt="2020-12-12T15:43:30.642" v="30" actId="478"/>
          <ac:picMkLst>
            <pc:docMk/>
            <pc:sldMk cId="3406235047" sldId="270"/>
            <ac:picMk id="5" creationId="{A6AE8E55-2773-402B-B24D-A9065BCCA256}"/>
          </ac:picMkLst>
        </pc:picChg>
        <pc:picChg chg="add del mod">
          <ac:chgData name="张 文轩" userId="f99d3195cb2c0d15" providerId="LiveId" clId="{DDA2CE93-02B3-49C4-8797-E022BD248164}" dt="2020-12-12T15:42:28.092" v="26" actId="478"/>
          <ac:picMkLst>
            <pc:docMk/>
            <pc:sldMk cId="3406235047" sldId="270"/>
            <ac:picMk id="7" creationId="{5D7CB73F-259A-490C-8312-FFFA3BE33324}"/>
          </ac:picMkLst>
        </pc:picChg>
        <pc:picChg chg="add del mod">
          <ac:chgData name="张 文轩" userId="f99d3195cb2c0d15" providerId="LiveId" clId="{DDA2CE93-02B3-49C4-8797-E022BD248164}" dt="2020-12-12T16:33:28.809" v="207" actId="478"/>
          <ac:picMkLst>
            <pc:docMk/>
            <pc:sldMk cId="3406235047" sldId="270"/>
            <ac:picMk id="9" creationId="{4065F7E7-B89A-420B-8DBC-B0A6EA003801}"/>
          </ac:picMkLst>
        </pc:picChg>
        <pc:picChg chg="add mod">
          <ac:chgData name="张 文轩" userId="f99d3195cb2c0d15" providerId="LiveId" clId="{DDA2CE93-02B3-49C4-8797-E022BD248164}" dt="2020-12-12T16:34:43.134" v="212" actId="1076"/>
          <ac:picMkLst>
            <pc:docMk/>
            <pc:sldMk cId="3406235047" sldId="270"/>
            <ac:picMk id="11" creationId="{25657726-C0C9-4F20-9418-950D573B6724}"/>
          </ac:picMkLst>
        </pc:picChg>
        <pc:picChg chg="add mod ord">
          <ac:chgData name="张 文轩" userId="f99d3195cb2c0d15" providerId="LiveId" clId="{DDA2CE93-02B3-49C4-8797-E022BD248164}" dt="2020-12-12T16:39:54.745" v="241" actId="1036"/>
          <ac:picMkLst>
            <pc:docMk/>
            <pc:sldMk cId="3406235047" sldId="270"/>
            <ac:picMk id="13" creationId="{F49F6955-5826-4F2D-A803-1244FA2E7799}"/>
          </ac:picMkLst>
        </pc:picChg>
        <pc:picChg chg="add del mod">
          <ac:chgData name="张 文轩" userId="f99d3195cb2c0d15" providerId="LiveId" clId="{DDA2CE93-02B3-49C4-8797-E022BD248164}" dt="2020-12-12T16:37:05.537" v="217" actId="478"/>
          <ac:picMkLst>
            <pc:docMk/>
            <pc:sldMk cId="3406235047" sldId="270"/>
            <ac:picMk id="15" creationId="{26F13885-BCF4-4822-9046-4F19ADA9C8DE}"/>
          </ac:picMkLst>
        </pc:picChg>
        <pc:picChg chg="add del mod">
          <ac:chgData name="张 文轩" userId="f99d3195cb2c0d15" providerId="LiveId" clId="{DDA2CE93-02B3-49C4-8797-E022BD248164}" dt="2020-12-12T16:37:46.425" v="222" actId="478"/>
          <ac:picMkLst>
            <pc:docMk/>
            <pc:sldMk cId="3406235047" sldId="270"/>
            <ac:picMk id="17" creationId="{C38D8BF5-5A54-4605-AE2E-C744EF41F4A9}"/>
          </ac:picMkLst>
        </pc:picChg>
        <pc:picChg chg="add del mod">
          <ac:chgData name="张 文轩" userId="f99d3195cb2c0d15" providerId="LiveId" clId="{DDA2CE93-02B3-49C4-8797-E022BD248164}" dt="2020-12-12T16:38:26.384" v="229" actId="478"/>
          <ac:picMkLst>
            <pc:docMk/>
            <pc:sldMk cId="3406235047" sldId="270"/>
            <ac:picMk id="19" creationId="{25982DF3-DBF3-40AD-9367-CD746CFDA22B}"/>
          </ac:picMkLst>
        </pc:picChg>
        <pc:picChg chg="add mod">
          <ac:chgData name="张 文轩" userId="f99d3195cb2c0d15" providerId="LiveId" clId="{DDA2CE93-02B3-49C4-8797-E022BD248164}" dt="2020-12-12T16:38:25.286" v="228" actId="1076"/>
          <ac:picMkLst>
            <pc:docMk/>
            <pc:sldMk cId="3406235047" sldId="270"/>
            <ac:picMk id="21" creationId="{E681C653-6A2B-43D3-A645-8B6C9DB7C749}"/>
          </ac:picMkLst>
        </pc:picChg>
      </pc:sldChg>
      <pc:sldChg chg="modSp mod ord">
        <pc:chgData name="张 文轩" userId="f99d3195cb2c0d15" providerId="LiveId" clId="{DDA2CE93-02B3-49C4-8797-E022BD248164}" dt="2020-12-14T04:07:53.950" v="1134" actId="20577"/>
        <pc:sldMkLst>
          <pc:docMk/>
          <pc:sldMk cId="3215106746" sldId="271"/>
        </pc:sldMkLst>
        <pc:spChg chg="mod">
          <ac:chgData name="张 文轩" userId="f99d3195cb2c0d15" providerId="LiveId" clId="{DDA2CE93-02B3-49C4-8797-E022BD248164}" dt="2020-12-14T04:07:53.950" v="1134" actId="20577"/>
          <ac:spMkLst>
            <pc:docMk/>
            <pc:sldMk cId="3215106746" sldId="271"/>
            <ac:spMk id="2" creationId="{6F26C40E-F29B-4329-A72E-38AEA43DFCA5}"/>
          </ac:spMkLst>
        </pc:spChg>
        <pc:spChg chg="mod">
          <ac:chgData name="张 文轩" userId="f99d3195cb2c0d15" providerId="LiveId" clId="{DDA2CE93-02B3-49C4-8797-E022BD248164}" dt="2020-12-14T03:51:27.077" v="1048" actId="403"/>
          <ac:spMkLst>
            <pc:docMk/>
            <pc:sldMk cId="3215106746" sldId="271"/>
            <ac:spMk id="9" creationId="{7C6A9D4B-5EBF-476C-A9B7-BC2A8ED2386E}"/>
          </ac:spMkLst>
        </pc:spChg>
        <pc:spChg chg="mod">
          <ac:chgData name="张 文轩" userId="f99d3195cb2c0d15" providerId="LiveId" clId="{DDA2CE93-02B3-49C4-8797-E022BD248164}" dt="2020-12-12T15:45:41.312" v="85" actId="1076"/>
          <ac:spMkLst>
            <pc:docMk/>
            <pc:sldMk cId="3215106746" sldId="271"/>
            <ac:spMk id="10" creationId="{F612FD05-C6F9-41EF-BCE7-9063379DA78C}"/>
          </ac:spMkLst>
        </pc:spChg>
        <pc:picChg chg="mod">
          <ac:chgData name="张 文轩" userId="f99d3195cb2c0d15" providerId="LiveId" clId="{DDA2CE93-02B3-49C4-8797-E022BD248164}" dt="2020-12-12T15:45:40.232" v="84" actId="14100"/>
          <ac:picMkLst>
            <pc:docMk/>
            <pc:sldMk cId="3215106746" sldId="271"/>
            <ac:picMk id="5" creationId="{61E035BE-6195-46EC-946A-64113DE3CAFC}"/>
          </ac:picMkLst>
        </pc:picChg>
        <pc:picChg chg="mod">
          <ac:chgData name="张 文轩" userId="f99d3195cb2c0d15" providerId="LiveId" clId="{DDA2CE93-02B3-49C4-8797-E022BD248164}" dt="2020-12-12T15:45:39.742" v="83" actId="14100"/>
          <ac:picMkLst>
            <pc:docMk/>
            <pc:sldMk cId="3215106746" sldId="271"/>
            <ac:picMk id="12" creationId="{983D8726-B331-4E91-8008-FE5DCA1589B1}"/>
          </ac:picMkLst>
        </pc:picChg>
      </pc:sldChg>
      <pc:sldChg chg="addSp delSp modSp mod ord">
        <pc:chgData name="张 文轩" userId="f99d3195cb2c0d15" providerId="LiveId" clId="{DDA2CE93-02B3-49C4-8797-E022BD248164}" dt="2020-12-14T16:58:24.431" v="1994" actId="14100"/>
        <pc:sldMkLst>
          <pc:docMk/>
          <pc:sldMk cId="1541715926" sldId="272"/>
        </pc:sldMkLst>
        <pc:spChg chg="add mod">
          <ac:chgData name="张 文轩" userId="f99d3195cb2c0d15" providerId="LiveId" clId="{DDA2CE93-02B3-49C4-8797-E022BD248164}" dt="2020-12-14T04:43:50.124" v="1236" actId="1076"/>
          <ac:spMkLst>
            <pc:docMk/>
            <pc:sldMk cId="1541715926" sldId="272"/>
            <ac:spMk id="3" creationId="{24CD8603-2E68-41D4-9D21-7946151F1AEB}"/>
          </ac:spMkLst>
        </pc:spChg>
        <pc:spChg chg="del">
          <ac:chgData name="张 文轩" userId="f99d3195cb2c0d15" providerId="LiveId" clId="{DDA2CE93-02B3-49C4-8797-E022BD248164}" dt="2020-12-14T04:20:11.819" v="1197" actId="478"/>
          <ac:spMkLst>
            <pc:docMk/>
            <pc:sldMk cId="1541715926" sldId="272"/>
            <ac:spMk id="5" creationId="{AD13B6A5-663C-4053-A53B-E434F91D9A5C}"/>
          </ac:spMkLst>
        </pc:spChg>
        <pc:spChg chg="mod">
          <ac:chgData name="张 文轩" userId="f99d3195cb2c0d15" providerId="LiveId" clId="{DDA2CE93-02B3-49C4-8797-E022BD248164}" dt="2020-12-14T13:59:18.423" v="1446" actId="20577"/>
          <ac:spMkLst>
            <pc:docMk/>
            <pc:sldMk cId="1541715926" sldId="272"/>
            <ac:spMk id="8" creationId="{8153F4D0-01E1-430F-B8F5-3F4E9D5F1A33}"/>
          </ac:spMkLst>
        </pc:spChg>
        <pc:spChg chg="mod">
          <ac:chgData name="张 文轩" userId="f99d3195cb2c0d15" providerId="LiveId" clId="{DDA2CE93-02B3-49C4-8797-E022BD248164}" dt="2020-12-14T16:20:38.518" v="1576" actId="403"/>
          <ac:spMkLst>
            <pc:docMk/>
            <pc:sldMk cId="1541715926" sldId="272"/>
            <ac:spMk id="9" creationId="{B404C861-FA16-451B-97D7-16CEF46B9AD4}"/>
          </ac:spMkLst>
        </pc:spChg>
        <pc:spChg chg="del">
          <ac:chgData name="张 文轩" userId="f99d3195cb2c0d15" providerId="LiveId" clId="{DDA2CE93-02B3-49C4-8797-E022BD248164}" dt="2020-12-12T16:47:41.385" v="261" actId="478"/>
          <ac:spMkLst>
            <pc:docMk/>
            <pc:sldMk cId="1541715926" sldId="272"/>
            <ac:spMk id="11" creationId="{ACACD435-37B8-4EAA-9630-E606E25544DD}"/>
          </ac:spMkLst>
        </pc:spChg>
        <pc:spChg chg="del">
          <ac:chgData name="张 文轩" userId="f99d3195cb2c0d15" providerId="LiveId" clId="{DDA2CE93-02B3-49C4-8797-E022BD248164}" dt="2020-12-14T01:04:01.022" v="776" actId="478"/>
          <ac:spMkLst>
            <pc:docMk/>
            <pc:sldMk cId="1541715926" sldId="272"/>
            <ac:spMk id="13" creationId="{DB176F2D-6C4C-45B0-A7C1-8661812DFF95}"/>
          </ac:spMkLst>
        </pc:spChg>
        <pc:spChg chg="del">
          <ac:chgData name="张 文轩" userId="f99d3195cb2c0d15" providerId="LiveId" clId="{DDA2CE93-02B3-49C4-8797-E022BD248164}" dt="2020-12-12T16:48:00.138" v="262" actId="478"/>
          <ac:spMkLst>
            <pc:docMk/>
            <pc:sldMk cId="1541715926" sldId="272"/>
            <ac:spMk id="14" creationId="{3BD743C1-9F2D-4170-BA1D-E3C8611876B4}"/>
          </ac:spMkLst>
        </pc:spChg>
        <pc:spChg chg="del mod">
          <ac:chgData name="张 文轩" userId="f99d3195cb2c0d15" providerId="LiveId" clId="{DDA2CE93-02B3-49C4-8797-E022BD248164}" dt="2020-12-14T04:03:48.651" v="1080" actId="478"/>
          <ac:spMkLst>
            <pc:docMk/>
            <pc:sldMk cId="1541715926" sldId="272"/>
            <ac:spMk id="15" creationId="{1B14B3C4-8E89-46A2-95F0-2817169BD3A4}"/>
          </ac:spMkLst>
        </pc:spChg>
        <pc:spChg chg="del">
          <ac:chgData name="张 文轩" userId="f99d3195cb2c0d15" providerId="LiveId" clId="{DDA2CE93-02B3-49C4-8797-E022BD248164}" dt="2020-12-12T16:46:59.250" v="255" actId="478"/>
          <ac:spMkLst>
            <pc:docMk/>
            <pc:sldMk cId="1541715926" sldId="272"/>
            <ac:spMk id="16" creationId="{311DE74D-0AF5-48AF-A4C0-0CBC63AEB557}"/>
          </ac:spMkLst>
        </pc:spChg>
        <pc:spChg chg="mod">
          <ac:chgData name="张 文轩" userId="f99d3195cb2c0d15" providerId="LiveId" clId="{DDA2CE93-02B3-49C4-8797-E022BD248164}" dt="2020-12-14T00:36:14.731" v="650" actId="1076"/>
          <ac:spMkLst>
            <pc:docMk/>
            <pc:sldMk cId="1541715926" sldId="272"/>
            <ac:spMk id="17" creationId="{A398DADE-DD6F-4029-9276-9890CB885CC2}"/>
          </ac:spMkLst>
        </pc:spChg>
        <pc:spChg chg="add mod">
          <ac:chgData name="张 文轩" userId="f99d3195cb2c0d15" providerId="LiveId" clId="{DDA2CE93-02B3-49C4-8797-E022BD248164}" dt="2020-12-14T16:58:11.058" v="1985" actId="20577"/>
          <ac:spMkLst>
            <pc:docMk/>
            <pc:sldMk cId="1541715926" sldId="272"/>
            <ac:spMk id="18" creationId="{4B69DD3E-230C-4E04-9ECF-A0A77BDFD48B}"/>
          </ac:spMkLst>
        </pc:spChg>
        <pc:spChg chg="del">
          <ac:chgData name="张 文轩" userId="f99d3195cb2c0d15" providerId="LiveId" clId="{DDA2CE93-02B3-49C4-8797-E022BD248164}" dt="2020-12-12T15:48:10.253" v="117" actId="478"/>
          <ac:spMkLst>
            <pc:docMk/>
            <pc:sldMk cId="1541715926" sldId="272"/>
            <ac:spMk id="18" creationId="{A33938C7-D3CD-4AA5-B45B-12974C1DBDCA}"/>
          </ac:spMkLst>
        </pc:spChg>
        <pc:spChg chg="add del mod">
          <ac:chgData name="张 文轩" userId="f99d3195cb2c0d15" providerId="LiveId" clId="{DDA2CE93-02B3-49C4-8797-E022BD248164}" dt="2020-12-14T04:21:41.252" v="1216" actId="478"/>
          <ac:spMkLst>
            <pc:docMk/>
            <pc:sldMk cId="1541715926" sldId="272"/>
            <ac:spMk id="19" creationId="{B0F9AB0F-5282-43BD-87D4-BD395F981178}"/>
          </ac:spMkLst>
        </pc:spChg>
        <pc:spChg chg="add mod">
          <ac:chgData name="张 文轩" userId="f99d3195cb2c0d15" providerId="LiveId" clId="{DDA2CE93-02B3-49C4-8797-E022BD248164}" dt="2020-12-14T16:58:24.431" v="1994" actId="14100"/>
          <ac:spMkLst>
            <pc:docMk/>
            <pc:sldMk cId="1541715926" sldId="272"/>
            <ac:spMk id="20" creationId="{F6AD3EF4-D90E-4338-90E3-D0264FEA664D}"/>
          </ac:spMkLst>
        </pc:spChg>
        <pc:graphicFrameChg chg="add del mod modGraphic">
          <ac:chgData name="张 文轩" userId="f99d3195cb2c0d15" providerId="LiveId" clId="{DDA2CE93-02B3-49C4-8797-E022BD248164}" dt="2020-12-14T03:56:20.804" v="1058" actId="478"/>
          <ac:graphicFrameMkLst>
            <pc:docMk/>
            <pc:sldMk cId="1541715926" sldId="272"/>
            <ac:graphicFrameMk id="10" creationId="{2B865FD7-B998-4D96-A784-FEDF995AC738}"/>
          </ac:graphicFrameMkLst>
        </pc:graphicFrameChg>
        <pc:graphicFrameChg chg="add del mod modGraphic">
          <ac:chgData name="张 文轩" userId="f99d3195cb2c0d15" providerId="LiveId" clId="{DDA2CE93-02B3-49C4-8797-E022BD248164}" dt="2020-12-14T03:56:19.084" v="1057" actId="478"/>
          <ac:graphicFrameMkLst>
            <pc:docMk/>
            <pc:sldMk cId="1541715926" sldId="272"/>
            <ac:graphicFrameMk id="11" creationId="{503443BA-9AA4-47FB-A921-FFE3EEBA4C7A}"/>
          </ac:graphicFrameMkLst>
        </pc:graphicFrameChg>
        <pc:graphicFrameChg chg="add mod modGraphic">
          <ac:chgData name="张 文轩" userId="f99d3195cb2c0d15" providerId="LiveId" clId="{DDA2CE93-02B3-49C4-8797-E022BD248164}" dt="2020-12-14T14:01:45.903" v="1474" actId="20577"/>
          <ac:graphicFrameMkLst>
            <pc:docMk/>
            <pc:sldMk cId="1541715926" sldId="272"/>
            <ac:graphicFrameMk id="12" creationId="{1D7E496D-31AA-4993-ABFD-E4ED84F86347}"/>
          </ac:graphicFrameMkLst>
        </pc:graphicFrameChg>
        <pc:graphicFrameChg chg="add mod modGraphic">
          <ac:chgData name="张 文轩" userId="f99d3195cb2c0d15" providerId="LiveId" clId="{DDA2CE93-02B3-49C4-8797-E022BD248164}" dt="2020-12-14T16:24:59.983" v="1612" actId="122"/>
          <ac:graphicFrameMkLst>
            <pc:docMk/>
            <pc:sldMk cId="1541715926" sldId="272"/>
            <ac:graphicFrameMk id="14" creationId="{A6041918-CF20-407F-B598-1A73EFD62758}"/>
          </ac:graphicFrameMkLst>
        </pc:graphicFrameChg>
        <pc:graphicFrameChg chg="add mod modGraphic">
          <ac:chgData name="张 文轩" userId="f99d3195cb2c0d15" providerId="LiveId" clId="{DDA2CE93-02B3-49C4-8797-E022BD248164}" dt="2020-12-14T14:02:49.353" v="1524" actId="20577"/>
          <ac:graphicFrameMkLst>
            <pc:docMk/>
            <pc:sldMk cId="1541715926" sldId="272"/>
            <ac:graphicFrameMk id="16" creationId="{A058CB60-84E5-46FF-B3D0-52E7B57B54E3}"/>
          </ac:graphicFrameMkLst>
        </pc:graphicFrameChg>
      </pc:sldChg>
      <pc:sldChg chg="del">
        <pc:chgData name="张 文轩" userId="f99d3195cb2c0d15" providerId="LiveId" clId="{DDA2CE93-02B3-49C4-8797-E022BD248164}" dt="2020-12-12T15:38:20.442" v="0" actId="47"/>
        <pc:sldMkLst>
          <pc:docMk/>
          <pc:sldMk cId="3327623750" sldId="273"/>
        </pc:sldMkLst>
      </pc:sldChg>
      <pc:sldChg chg="modSp">
        <pc:chgData name="张 文轩" userId="f99d3195cb2c0d15" providerId="LiveId" clId="{DDA2CE93-02B3-49C4-8797-E022BD248164}" dt="2020-12-14T18:02:12.606" v="2480" actId="20577"/>
        <pc:sldMkLst>
          <pc:docMk/>
          <pc:sldMk cId="1295188784" sldId="275"/>
        </pc:sldMkLst>
        <pc:spChg chg="mod">
          <ac:chgData name="张 文轩" userId="f99d3195cb2c0d15" providerId="LiveId" clId="{DDA2CE93-02B3-49C4-8797-E022BD248164}" dt="2020-12-14T18:02:12.606" v="2480" actId="20577"/>
          <ac:spMkLst>
            <pc:docMk/>
            <pc:sldMk cId="1295188784" sldId="275"/>
            <ac:spMk id="2" creationId="{5CBBA732-8C0E-4F74-9A64-A8C6AFC939EA}"/>
          </ac:spMkLst>
        </pc:spChg>
      </pc:sldChg>
      <pc:sldChg chg="addSp delSp modSp mod ord">
        <pc:chgData name="张 文轩" userId="f99d3195cb2c0d15" providerId="LiveId" clId="{DDA2CE93-02B3-49C4-8797-E022BD248164}" dt="2020-12-14T17:08:22.360" v="2061" actId="1076"/>
        <pc:sldMkLst>
          <pc:docMk/>
          <pc:sldMk cId="1199786319" sldId="276"/>
        </pc:sldMkLst>
        <pc:spChg chg="mod">
          <ac:chgData name="张 文轩" userId="f99d3195cb2c0d15" providerId="LiveId" clId="{DDA2CE93-02B3-49C4-8797-E022BD248164}" dt="2020-12-14T16:56:35.079" v="1957" actId="14100"/>
          <ac:spMkLst>
            <pc:docMk/>
            <pc:sldMk cId="1199786319" sldId="276"/>
            <ac:spMk id="5" creationId="{AD13B6A5-663C-4053-A53B-E434F91D9A5C}"/>
          </ac:spMkLst>
        </pc:spChg>
        <pc:spChg chg="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8" creationId="{8153F4D0-01E1-430F-B8F5-3F4E9D5F1A33}"/>
          </ac:spMkLst>
        </pc:spChg>
        <pc:spChg chg="mod">
          <ac:chgData name="张 文轩" userId="f99d3195cb2c0d15" providerId="LiveId" clId="{DDA2CE93-02B3-49C4-8797-E022BD248164}" dt="2020-12-14T16:56:56.610" v="1961" actId="1076"/>
          <ac:spMkLst>
            <pc:docMk/>
            <pc:sldMk cId="1199786319" sldId="276"/>
            <ac:spMk id="11" creationId="{ACACD435-37B8-4EAA-9630-E606E25544DD}"/>
          </ac:spMkLst>
        </pc:spChg>
        <pc:spChg chg="del">
          <ac:chgData name="张 文轩" userId="f99d3195cb2c0d15" providerId="LiveId" clId="{DDA2CE93-02B3-49C4-8797-E022BD248164}" dt="2020-12-14T04:07:22.696" v="1117" actId="478"/>
          <ac:spMkLst>
            <pc:docMk/>
            <pc:sldMk cId="1199786319" sldId="276"/>
            <ac:spMk id="12" creationId="{45968F19-AE27-4AE1-9966-BD3B205DF109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3" creationId="{5F7A5BD8-DF7F-476F-903C-4ABA05A0B8EF}"/>
          </ac:spMkLst>
        </pc:spChg>
        <pc:spChg chg="add mod">
          <ac:chgData name="张 文轩" userId="f99d3195cb2c0d15" providerId="LiveId" clId="{DDA2CE93-02B3-49C4-8797-E022BD248164}" dt="2020-12-14T16:57:00.919" v="1962" actId="1076"/>
          <ac:spMkLst>
            <pc:docMk/>
            <pc:sldMk cId="1199786319" sldId="276"/>
            <ac:spMk id="14" creationId="{8745752B-4941-411A-9CC6-56D25D497375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15" creationId="{248710B6-7BAA-4A45-8BBA-8698E1AC59FF}"/>
          </ac:spMkLst>
        </pc:spChg>
        <pc:spChg chg="mod">
          <ac:chgData name="张 文轩" userId="f99d3195cb2c0d15" providerId="LiveId" clId="{DDA2CE93-02B3-49C4-8797-E022BD248164}" dt="2020-12-14T17:07:57.630" v="2058" actId="1076"/>
          <ac:spMkLst>
            <pc:docMk/>
            <pc:sldMk cId="1199786319" sldId="276"/>
            <ac:spMk id="16" creationId="{FEAA85BE-E883-4306-A78D-B7E49C2CA8DE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7" creationId="{001E2549-5DA2-44AC-BAFC-5A045D9CE403}"/>
          </ac:spMkLst>
        </pc:spChg>
        <pc:spChg chg="add mod">
          <ac:chgData name="张 文轩" userId="f99d3195cb2c0d15" providerId="LiveId" clId="{DDA2CE93-02B3-49C4-8797-E022BD248164}" dt="2020-12-14T17:07:51.190" v="2057" actId="1076"/>
          <ac:spMkLst>
            <pc:docMk/>
            <pc:sldMk cId="1199786319" sldId="276"/>
            <ac:spMk id="18" creationId="{8CCE9C6D-9414-4F8C-8EFA-F2EB3A23A009}"/>
          </ac:spMkLst>
        </pc:spChg>
        <pc:spChg chg="del">
          <ac:chgData name="张 文轩" userId="f99d3195cb2c0d15" providerId="LiveId" clId="{DDA2CE93-02B3-49C4-8797-E022BD248164}" dt="2020-12-14T04:07:18.132" v="1116" actId="478"/>
          <ac:spMkLst>
            <pc:docMk/>
            <pc:sldMk cId="1199786319" sldId="276"/>
            <ac:spMk id="19" creationId="{904B73E2-C2F9-4876-8C14-6DB47304FCF8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21" creationId="{E8935E7E-07B3-4BCE-BC80-FE5E26F35D40}"/>
          </ac:spMkLst>
        </pc:spChg>
        <pc:spChg chg="add mod">
          <ac:chgData name="张 文轩" userId="f99d3195cb2c0d15" providerId="LiveId" clId="{DDA2CE93-02B3-49C4-8797-E022BD248164}" dt="2020-12-14T17:08:22.360" v="2061" actId="1076"/>
          <ac:spMkLst>
            <pc:docMk/>
            <pc:sldMk cId="1199786319" sldId="276"/>
            <ac:spMk id="22" creationId="{5F0DC21A-B135-41D6-942D-5F80188CB4D0}"/>
          </ac:spMkLst>
        </pc:spChg>
        <pc:graphicFrameChg chg="del">
          <ac:chgData name="张 文轩" userId="f99d3195cb2c0d15" providerId="LiveId" clId="{DDA2CE93-02B3-49C4-8797-E022BD248164}" dt="2020-12-14T04:07:18.132" v="1116" actId="478"/>
          <ac:graphicFrameMkLst>
            <pc:docMk/>
            <pc:sldMk cId="1199786319" sldId="276"/>
            <ac:graphicFrameMk id="7" creationId="{83FE7086-8946-46C7-8AA4-E3A04BE32E3B}"/>
          </ac:graphicFrameMkLst>
        </pc:graphicFrameChg>
        <pc:graphicFrameChg chg="del">
          <ac:chgData name="张 文轩" userId="f99d3195cb2c0d15" providerId="LiveId" clId="{DDA2CE93-02B3-49C4-8797-E022BD248164}" dt="2020-12-14T04:07:18.132" v="1116" actId="478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  <pc:sldChg chg="addSp delSp modSp add mod">
        <pc:chgData name="张 文轩" userId="f99d3195cb2c0d15" providerId="LiveId" clId="{DDA2CE93-02B3-49C4-8797-E022BD248164}" dt="2020-12-14T18:00:33.122" v="2453" actId="478"/>
        <pc:sldMkLst>
          <pc:docMk/>
          <pc:sldMk cId="3397588825" sldId="277"/>
        </pc:sldMkLst>
        <pc:spChg chg="mod">
          <ac:chgData name="张 文轩" userId="f99d3195cb2c0d15" providerId="LiveId" clId="{DDA2CE93-02B3-49C4-8797-E022BD248164}" dt="2020-12-14T13:47:05.513" v="1357" actId="20577"/>
          <ac:spMkLst>
            <pc:docMk/>
            <pc:sldMk cId="3397588825" sldId="277"/>
            <ac:spMk id="2" creationId="{6F26C40E-F29B-4329-A72E-38AEA43DFCA5}"/>
          </ac:spMkLst>
        </pc:spChg>
        <pc:spChg chg="add mod">
          <ac:chgData name="张 文轩" userId="f99d3195cb2c0d15" providerId="LiveId" clId="{DDA2CE93-02B3-49C4-8797-E022BD248164}" dt="2020-12-14T17:59:04.401" v="2444" actId="1076"/>
          <ac:spMkLst>
            <pc:docMk/>
            <pc:sldMk cId="3397588825" sldId="277"/>
            <ac:spMk id="3" creationId="{DB3145BC-CBFF-4588-9F03-CC3FD42F7871}"/>
          </ac:spMkLst>
        </pc:spChg>
        <pc:spChg chg="del">
          <ac:chgData name="张 文轩" userId="f99d3195cb2c0d15" providerId="LiveId" clId="{DDA2CE93-02B3-49C4-8797-E022BD248164}" dt="2020-12-13T13:42:24.465" v="449" actId="478"/>
          <ac:spMkLst>
            <pc:docMk/>
            <pc:sldMk cId="3397588825" sldId="277"/>
            <ac:spMk id="4" creationId="{15FCAAF3-A5F3-492E-B388-E3026181AB89}"/>
          </ac:spMkLst>
        </pc:spChg>
        <pc:spChg chg="del mod">
          <ac:chgData name="张 文轩" userId="f99d3195cb2c0d15" providerId="LiveId" clId="{DDA2CE93-02B3-49C4-8797-E022BD248164}" dt="2020-12-13T13:42:24.465" v="449" actId="478"/>
          <ac:spMkLst>
            <pc:docMk/>
            <pc:sldMk cId="3397588825" sldId="277"/>
            <ac:spMk id="5" creationId="{4584AA72-CB15-4733-9EA3-1A3E410A3075}"/>
          </ac:spMkLst>
        </pc:spChg>
        <pc:spChg chg="add del mod">
          <ac:chgData name="张 文轩" userId="f99d3195cb2c0d15" providerId="LiveId" clId="{DDA2CE93-02B3-49C4-8797-E022BD248164}" dt="2020-12-14T18:00:33.122" v="2453" actId="478"/>
          <ac:spMkLst>
            <pc:docMk/>
            <pc:sldMk cId="3397588825" sldId="277"/>
            <ac:spMk id="12" creationId="{068F14CA-2E8B-4BDE-AA23-91D9E6A521CE}"/>
          </ac:spMkLst>
        </pc:spChg>
        <pc:spChg chg="del">
          <ac:chgData name="张 文轩" userId="f99d3195cb2c0d15" providerId="LiveId" clId="{DDA2CE93-02B3-49C4-8797-E022BD248164}" dt="2020-12-13T13:34:52.207" v="391" actId="478"/>
          <ac:spMkLst>
            <pc:docMk/>
            <pc:sldMk cId="3397588825" sldId="277"/>
            <ac:spMk id="13" creationId="{03FFD942-1A4D-4263-87C8-FE87DC8B297B}"/>
          </ac:spMkLst>
        </pc:spChg>
        <pc:spChg chg="del">
          <ac:chgData name="张 文轩" userId="f99d3195cb2c0d15" providerId="LiveId" clId="{DDA2CE93-02B3-49C4-8797-E022BD248164}" dt="2020-12-13T13:34:52.207" v="391" actId="478"/>
          <ac:spMkLst>
            <pc:docMk/>
            <pc:sldMk cId="3397588825" sldId="277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3T13:42:27.106" v="450" actId="478"/>
          <ac:graphicFrameMkLst>
            <pc:docMk/>
            <pc:sldMk cId="3397588825" sldId="277"/>
            <ac:graphicFrameMk id="11" creationId="{7EDB64A2-26DD-4039-8DE9-7A907F243D1A}"/>
          </ac:graphicFrameMkLst>
        </pc:graphicFrameChg>
        <pc:picChg chg="add del mod">
          <ac:chgData name="张 文轩" userId="f99d3195cb2c0d15" providerId="LiveId" clId="{DDA2CE93-02B3-49C4-8797-E022BD248164}" dt="2020-12-14T17:57:12.532" v="2425" actId="478"/>
          <ac:picMkLst>
            <pc:docMk/>
            <pc:sldMk cId="3397588825" sldId="277"/>
            <ac:picMk id="5" creationId="{EA3FEDB6-1386-4FF2-BF6E-DD64D90E3E7B}"/>
          </ac:picMkLst>
        </pc:picChg>
        <pc:picChg chg="add del mod">
          <ac:chgData name="张 文轩" userId="f99d3195cb2c0d15" providerId="LiveId" clId="{DDA2CE93-02B3-49C4-8797-E022BD248164}" dt="2020-12-14T17:57:07.892" v="2422" actId="478"/>
          <ac:picMkLst>
            <pc:docMk/>
            <pc:sldMk cId="3397588825" sldId="277"/>
            <ac:picMk id="7" creationId="{C6753FF9-026A-4A70-B7C2-6B30F2C856D9}"/>
          </ac:picMkLst>
        </pc:picChg>
        <pc:picChg chg="add mod ord">
          <ac:chgData name="张 文轩" userId="f99d3195cb2c0d15" providerId="LiveId" clId="{DDA2CE93-02B3-49C4-8797-E022BD248164}" dt="2020-12-14T17:58:28.172" v="2440" actId="1076"/>
          <ac:picMkLst>
            <pc:docMk/>
            <pc:sldMk cId="3397588825" sldId="277"/>
            <ac:picMk id="9" creationId="{B86C9BAA-16ED-416B-8E73-E6E6B2005369}"/>
          </ac:picMkLst>
        </pc:picChg>
        <pc:picChg chg="add mod">
          <ac:chgData name="张 文轩" userId="f99d3195cb2c0d15" providerId="LiveId" clId="{DDA2CE93-02B3-49C4-8797-E022BD248164}" dt="2020-12-14T17:58:34.561" v="2441" actId="1076"/>
          <ac:picMkLst>
            <pc:docMk/>
            <pc:sldMk cId="3397588825" sldId="277"/>
            <ac:picMk id="11" creationId="{72C714E0-8D6E-439C-8DF5-28E4BF935E2D}"/>
          </ac:picMkLst>
        </pc:picChg>
        <pc:picChg chg="add mod">
          <ac:chgData name="张 文轩" userId="f99d3195cb2c0d15" providerId="LiveId" clId="{DDA2CE93-02B3-49C4-8797-E022BD248164}" dt="2020-12-14T18:00:29.512" v="2452" actId="1076"/>
          <ac:picMkLst>
            <pc:docMk/>
            <pc:sldMk cId="3397588825" sldId="277"/>
            <ac:picMk id="14" creationId="{FC0D50AF-2CD3-477D-9289-342DF69443DD}"/>
          </ac:picMkLst>
        </pc:picChg>
      </pc:sldChg>
      <pc:sldChg chg="delSp modSp add del mod">
        <pc:chgData name="张 文轩" userId="f99d3195cb2c0d15" providerId="LiveId" clId="{DDA2CE93-02B3-49C4-8797-E022BD248164}" dt="2020-12-14T04:42:52.024" v="1232" actId="47"/>
        <pc:sldMkLst>
          <pc:docMk/>
          <pc:sldMk cId="1757460890" sldId="278"/>
        </pc:sldMkLst>
        <pc:spChg chg="mod">
          <ac:chgData name="张 文轩" userId="f99d3195cb2c0d15" providerId="LiveId" clId="{DDA2CE93-02B3-49C4-8797-E022BD248164}" dt="2020-12-13T13:34:25.692" v="388" actId="20577"/>
          <ac:spMkLst>
            <pc:docMk/>
            <pc:sldMk cId="1757460890" sldId="278"/>
            <ac:spMk id="2" creationId="{6F26C40E-F29B-4329-A72E-38AEA43DFCA5}"/>
          </ac:spMkLst>
        </pc:spChg>
        <pc:spChg chg="del">
          <ac:chgData name="张 文轩" userId="f99d3195cb2c0d15" providerId="LiveId" clId="{DDA2CE93-02B3-49C4-8797-E022BD248164}" dt="2020-12-13T13:42:16.074" v="447" actId="478"/>
          <ac:spMkLst>
            <pc:docMk/>
            <pc:sldMk cId="1757460890" sldId="278"/>
            <ac:spMk id="4" creationId="{15FCAAF3-A5F3-492E-B388-E3026181AB89}"/>
          </ac:spMkLst>
        </pc:spChg>
        <pc:spChg chg="del">
          <ac:chgData name="张 文轩" userId="f99d3195cb2c0d15" providerId="LiveId" clId="{DDA2CE93-02B3-49C4-8797-E022BD248164}" dt="2020-12-13T13:42:16.074" v="447" actId="478"/>
          <ac:spMkLst>
            <pc:docMk/>
            <pc:sldMk cId="1757460890" sldId="278"/>
            <ac:spMk id="5" creationId="{4584AA72-CB15-4733-9EA3-1A3E410A3075}"/>
          </ac:spMkLst>
        </pc:spChg>
        <pc:spChg chg="del">
          <ac:chgData name="张 文轩" userId="f99d3195cb2c0d15" providerId="LiveId" clId="{DDA2CE93-02B3-49C4-8797-E022BD248164}" dt="2020-12-13T13:34:56.807" v="392" actId="478"/>
          <ac:spMkLst>
            <pc:docMk/>
            <pc:sldMk cId="1757460890" sldId="278"/>
            <ac:spMk id="13" creationId="{03FFD942-1A4D-4263-87C8-FE87DC8B297B}"/>
          </ac:spMkLst>
        </pc:spChg>
        <pc:spChg chg="del">
          <ac:chgData name="张 文轩" userId="f99d3195cb2c0d15" providerId="LiveId" clId="{DDA2CE93-02B3-49C4-8797-E022BD248164}" dt="2020-12-13T13:34:56.807" v="392" actId="478"/>
          <ac:spMkLst>
            <pc:docMk/>
            <pc:sldMk cId="1757460890" sldId="278"/>
            <ac:spMk id="23" creationId="{FA4D6678-0923-4C51-BA3D-D4532787545D}"/>
          </ac:spMkLst>
        </pc:spChg>
        <pc:graphicFrameChg chg="del">
          <ac:chgData name="张 文轩" userId="f99d3195cb2c0d15" providerId="LiveId" clId="{DDA2CE93-02B3-49C4-8797-E022BD248164}" dt="2020-12-13T13:42:18.700" v="448" actId="478"/>
          <ac:graphicFrameMkLst>
            <pc:docMk/>
            <pc:sldMk cId="1757460890" sldId="278"/>
            <ac:graphicFrameMk id="11" creationId="{7EDB64A2-26DD-4039-8DE9-7A907F243D1A}"/>
          </ac:graphicFrameMkLst>
        </pc:graphicFrameChg>
      </pc:sldChg>
      <pc:sldChg chg="addSp delSp modSp add mod">
        <pc:chgData name="张 文轩" userId="f99d3195cb2c0d15" providerId="LiveId" clId="{DDA2CE93-02B3-49C4-8797-E022BD248164}" dt="2020-12-13T14:36:50.570" v="646" actId="14100"/>
        <pc:sldMkLst>
          <pc:docMk/>
          <pc:sldMk cId="1169705069" sldId="279"/>
        </pc:sldMkLst>
        <pc:spChg chg="del mod">
          <ac:chgData name="张 文轩" userId="f99d3195cb2c0d15" providerId="LiveId" clId="{DDA2CE93-02B3-49C4-8797-E022BD248164}" dt="2020-12-13T14:08:20.860" v="506" actId="478"/>
          <ac:spMkLst>
            <pc:docMk/>
            <pc:sldMk cId="1169705069" sldId="279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3T13:55:12.389" v="457" actId="478"/>
          <ac:spMkLst>
            <pc:docMk/>
            <pc:sldMk cId="1169705069" sldId="279"/>
            <ac:spMk id="4" creationId="{3A66035C-99F0-4100-8F8D-DBC9B35BB5D0}"/>
          </ac:spMkLst>
        </pc:spChg>
        <pc:spChg chg="del">
          <ac:chgData name="张 文轩" userId="f99d3195cb2c0d15" providerId="LiveId" clId="{DDA2CE93-02B3-49C4-8797-E022BD248164}" dt="2020-12-13T13:55:16.549" v="460" actId="478"/>
          <ac:spMkLst>
            <pc:docMk/>
            <pc:sldMk cId="1169705069" sldId="279"/>
            <ac:spMk id="9" creationId="{7C6A9D4B-5EBF-476C-A9B7-BC2A8ED2386E}"/>
          </ac:spMkLst>
        </pc:spChg>
        <pc:spChg chg="del">
          <ac:chgData name="张 文轩" userId="f99d3195cb2c0d15" providerId="LiveId" clId="{DDA2CE93-02B3-49C4-8797-E022BD248164}" dt="2020-12-13T13:55:13.576" v="458" actId="478"/>
          <ac:spMkLst>
            <pc:docMk/>
            <pc:sldMk cId="1169705069" sldId="279"/>
            <ac:spMk id="10" creationId="{F612FD05-C6F9-41EF-BCE7-9063379DA78C}"/>
          </ac:spMkLst>
        </pc:spChg>
        <pc:spChg chg="del">
          <ac:chgData name="张 文轩" userId="f99d3195cb2c0d15" providerId="LiveId" clId="{DDA2CE93-02B3-49C4-8797-E022BD248164}" dt="2020-12-13T13:55:15.191" v="459" actId="478"/>
          <ac:spMkLst>
            <pc:docMk/>
            <pc:sldMk cId="1169705069" sldId="279"/>
            <ac:spMk id="13" creationId="{92DFF929-73D0-4E53-B62D-34C2FC400572}"/>
          </ac:spMkLst>
        </pc:spChg>
        <pc:spChg chg="add del mod">
          <ac:chgData name="张 文轩" userId="f99d3195cb2c0d15" providerId="LiveId" clId="{DDA2CE93-02B3-49C4-8797-E022BD248164}" dt="2020-12-13T14:08:23.233" v="507" actId="478"/>
          <ac:spMkLst>
            <pc:docMk/>
            <pc:sldMk cId="1169705069" sldId="279"/>
            <ac:spMk id="14" creationId="{1E5843DE-A925-4A13-81C3-6EDCA94F5CE2}"/>
          </ac:spMkLst>
        </pc:spChg>
        <pc:graphicFrameChg chg="add del mod modGraphic">
          <ac:chgData name="张 文轩" userId="f99d3195cb2c0d15" providerId="LiveId" clId="{DDA2CE93-02B3-49C4-8797-E022BD248164}" dt="2020-12-13T14:05:50.184" v="472" actId="478"/>
          <ac:graphicFrameMkLst>
            <pc:docMk/>
            <pc:sldMk cId="1169705069" sldId="279"/>
            <ac:graphicFrameMk id="6" creationId="{B011F886-AE96-4252-B012-F76F9C7BF00B}"/>
          </ac:graphicFrameMkLst>
        </pc:graphicFrameChg>
        <pc:graphicFrameChg chg="add del mod modGraphic">
          <ac:chgData name="张 文轩" userId="f99d3195cb2c0d15" providerId="LiveId" clId="{DDA2CE93-02B3-49C4-8797-E022BD248164}" dt="2020-12-13T14:10:38.363" v="522" actId="478"/>
          <ac:graphicFrameMkLst>
            <pc:docMk/>
            <pc:sldMk cId="1169705069" sldId="279"/>
            <ac:graphicFrameMk id="7" creationId="{8447A2AF-285F-492F-848E-56AB93C2D6DE}"/>
          </ac:graphicFrameMkLst>
        </pc:graphicFrameChg>
        <pc:graphicFrameChg chg="add mod modGraphic">
          <ac:chgData name="张 文轩" userId="f99d3195cb2c0d15" providerId="LiveId" clId="{DDA2CE93-02B3-49C4-8797-E022BD248164}" dt="2020-12-13T14:32:43.711" v="621" actId="404"/>
          <ac:graphicFrameMkLst>
            <pc:docMk/>
            <pc:sldMk cId="1169705069" sldId="279"/>
            <ac:graphicFrameMk id="8" creationId="{FC943590-1A59-4794-93E9-795CCFFB8205}"/>
          </ac:graphicFrameMkLst>
        </pc:graphicFrameChg>
        <pc:graphicFrameChg chg="add del mod modGraphic">
          <ac:chgData name="张 文轩" userId="f99d3195cb2c0d15" providerId="LiveId" clId="{DDA2CE93-02B3-49C4-8797-E022BD248164}" dt="2020-12-13T14:15:02.392" v="556" actId="478"/>
          <ac:graphicFrameMkLst>
            <pc:docMk/>
            <pc:sldMk cId="1169705069" sldId="279"/>
            <ac:graphicFrameMk id="15" creationId="{A406F2D3-3359-4A38-8CAD-63A0653BA2AF}"/>
          </ac:graphicFrameMkLst>
        </pc:graphicFrameChg>
        <pc:graphicFrameChg chg="add del mod">
          <ac:chgData name="张 文轩" userId="f99d3195cb2c0d15" providerId="LiveId" clId="{DDA2CE93-02B3-49C4-8797-E022BD248164}" dt="2020-12-13T14:11:32.209" v="536"/>
          <ac:graphicFrameMkLst>
            <pc:docMk/>
            <pc:sldMk cId="1169705069" sldId="279"/>
            <ac:graphicFrameMk id="16" creationId="{B5194C2E-F078-467E-BF29-9B222C21D260}"/>
          </ac:graphicFrameMkLst>
        </pc:graphicFrameChg>
        <pc:graphicFrameChg chg="add mod modGraphic">
          <ac:chgData name="张 文轩" userId="f99d3195cb2c0d15" providerId="LiveId" clId="{DDA2CE93-02B3-49C4-8797-E022BD248164}" dt="2020-12-13T14:36:50.570" v="646" actId="14100"/>
          <ac:graphicFrameMkLst>
            <pc:docMk/>
            <pc:sldMk cId="1169705069" sldId="279"/>
            <ac:graphicFrameMk id="17" creationId="{D5E5399A-6230-45F0-99D7-D06F3426D62A}"/>
          </ac:graphicFrameMkLst>
        </pc:graphicFrameChg>
        <pc:graphicFrameChg chg="add del mod modGraphic">
          <ac:chgData name="张 文轩" userId="f99d3195cb2c0d15" providerId="LiveId" clId="{DDA2CE93-02B3-49C4-8797-E022BD248164}" dt="2020-12-13T14:36:47.161" v="645" actId="478"/>
          <ac:graphicFrameMkLst>
            <pc:docMk/>
            <pc:sldMk cId="1169705069" sldId="279"/>
            <ac:graphicFrameMk id="18" creationId="{B4E56319-6AEF-4D01-B2B0-F03C15A0BFC2}"/>
          </ac:graphicFrameMkLst>
        </pc:graphicFrameChg>
        <pc:picChg chg="del">
          <ac:chgData name="张 文轩" userId="f99d3195cb2c0d15" providerId="LiveId" clId="{DDA2CE93-02B3-49C4-8797-E022BD248164}" dt="2020-12-13T13:55:09.969" v="455" actId="478"/>
          <ac:picMkLst>
            <pc:docMk/>
            <pc:sldMk cId="1169705069" sldId="279"/>
            <ac:picMk id="5" creationId="{61E035BE-6195-46EC-946A-64113DE3CAFC}"/>
          </ac:picMkLst>
        </pc:picChg>
        <pc:picChg chg="del">
          <ac:chgData name="张 文轩" userId="f99d3195cb2c0d15" providerId="LiveId" clId="{DDA2CE93-02B3-49C4-8797-E022BD248164}" dt="2020-12-13T13:55:11.494" v="456" actId="478"/>
          <ac:picMkLst>
            <pc:docMk/>
            <pc:sldMk cId="1169705069" sldId="279"/>
            <ac:picMk id="12" creationId="{983D8726-B331-4E91-8008-FE5DCA1589B1}"/>
          </ac:picMkLst>
        </pc:picChg>
      </pc:sldChg>
      <pc:sldChg chg="addSp delSp modSp add del mod">
        <pc:chgData name="张 文轩" userId="f99d3195cb2c0d15" providerId="LiveId" clId="{DDA2CE93-02B3-49C4-8797-E022BD248164}" dt="2020-12-14T04:22:27.510" v="1221" actId="47"/>
        <pc:sldMkLst>
          <pc:docMk/>
          <pc:sldMk cId="1603174957" sldId="280"/>
        </pc:sldMkLst>
        <pc:spChg chg="del">
          <ac:chgData name="张 文轩" userId="f99d3195cb2c0d15" providerId="LiveId" clId="{DDA2CE93-02B3-49C4-8797-E022BD248164}" dt="2020-12-14T03:57:30.545" v="1076" actId="478"/>
          <ac:spMkLst>
            <pc:docMk/>
            <pc:sldMk cId="1603174957" sldId="280"/>
            <ac:spMk id="2" creationId="{6F26C40E-F29B-4329-A72E-38AEA43DFCA5}"/>
          </ac:spMkLst>
        </pc:spChg>
        <pc:spChg chg="add del mod">
          <ac:chgData name="张 文轩" userId="f99d3195cb2c0d15" providerId="LiveId" clId="{DDA2CE93-02B3-49C4-8797-E022BD248164}" dt="2020-12-14T03:57:33.155" v="1077" actId="478"/>
          <ac:spMkLst>
            <pc:docMk/>
            <pc:sldMk cId="1603174957" sldId="280"/>
            <ac:spMk id="4" creationId="{47561EAF-9287-4E9D-A0FB-2269FB497791}"/>
          </ac:spMkLst>
        </pc:spChg>
        <pc:spChg chg="del">
          <ac:chgData name="张 文轩" userId="f99d3195cb2c0d15" providerId="LiveId" clId="{DDA2CE93-02B3-49C4-8797-E022BD248164}" dt="2020-12-14T03:57:34.374" v="1078" actId="478"/>
          <ac:spMkLst>
            <pc:docMk/>
            <pc:sldMk cId="1603174957" sldId="280"/>
            <ac:spMk id="5" creationId="{AD13B6A5-663C-4053-A53B-E434F91D9A5C}"/>
          </ac:spMkLst>
        </pc:spChg>
        <pc:spChg chg="del">
          <ac:chgData name="张 文轩" userId="f99d3195cb2c0d15" providerId="LiveId" clId="{DDA2CE93-02B3-49C4-8797-E022BD248164}" dt="2020-12-14T03:57:35.781" v="1079" actId="478"/>
          <ac:spMkLst>
            <pc:docMk/>
            <pc:sldMk cId="1603174957" sldId="280"/>
            <ac:spMk id="8" creationId="{8153F4D0-01E1-430F-B8F5-3F4E9D5F1A33}"/>
          </ac:spMkLst>
        </pc:spChg>
        <pc:spChg chg="del">
          <ac:chgData name="张 文轩" userId="f99d3195cb2c0d15" providerId="LiveId" clId="{DDA2CE93-02B3-49C4-8797-E022BD248164}" dt="2020-12-14T04:18:43.773" v="1184" actId="478"/>
          <ac:spMkLst>
            <pc:docMk/>
            <pc:sldMk cId="1603174957" sldId="280"/>
            <ac:spMk id="9" creationId="{B404C861-FA16-451B-97D7-16CEF46B9AD4}"/>
          </ac:spMkLst>
        </pc:spChg>
        <pc:spChg chg="mod">
          <ac:chgData name="张 文轩" userId="f99d3195cb2c0d15" providerId="LiveId" clId="{DDA2CE93-02B3-49C4-8797-E022BD248164}" dt="2020-12-14T04:03:55.449" v="1082" actId="1076"/>
          <ac:spMkLst>
            <pc:docMk/>
            <pc:sldMk cId="1603174957" sldId="280"/>
            <ac:spMk id="15" creationId="{1B14B3C4-8E89-46A2-95F0-2817169BD3A4}"/>
          </ac:spMkLst>
        </pc:spChg>
        <pc:spChg chg="del">
          <ac:chgData name="张 文轩" userId="f99d3195cb2c0d15" providerId="LiveId" clId="{DDA2CE93-02B3-49C4-8797-E022BD248164}" dt="2020-12-14T04:03:52.152" v="1081" actId="478"/>
          <ac:spMkLst>
            <pc:docMk/>
            <pc:sldMk cId="1603174957" sldId="280"/>
            <ac:spMk id="17" creationId="{A398DADE-DD6F-4029-9276-9890CB885CC2}"/>
          </ac:spMkLst>
        </pc:spChg>
        <pc:graphicFrameChg chg="mod modGraphic">
          <ac:chgData name="张 文轩" userId="f99d3195cb2c0d15" providerId="LiveId" clId="{DDA2CE93-02B3-49C4-8797-E022BD248164}" dt="2020-12-14T04:18:48.838" v="1186" actId="14100"/>
          <ac:graphicFrameMkLst>
            <pc:docMk/>
            <pc:sldMk cId="1603174957" sldId="280"/>
            <ac:graphicFrameMk id="10" creationId="{2B865FD7-B998-4D96-A784-FEDF995AC738}"/>
          </ac:graphicFrameMkLst>
        </pc:graphicFrameChg>
        <pc:graphicFrameChg chg="mod modGraphic">
          <ac:chgData name="张 文轩" userId="f99d3195cb2c0d15" providerId="LiveId" clId="{DDA2CE93-02B3-49C4-8797-E022BD248164}" dt="2020-12-14T04:18:40.628" v="1183" actId="14100"/>
          <ac:graphicFrameMkLst>
            <pc:docMk/>
            <pc:sldMk cId="1603174957" sldId="280"/>
            <ac:graphicFrameMk id="11" creationId="{503443BA-9AA4-47FB-A921-FFE3EEBA4C7A}"/>
          </ac:graphicFrameMkLst>
        </pc:graphicFrameChg>
        <pc:graphicFrameChg chg="add mod modGraphic">
          <ac:chgData name="张 文轩" userId="f99d3195cb2c0d15" providerId="LiveId" clId="{DDA2CE93-02B3-49C4-8797-E022BD248164}" dt="2020-12-14T04:19:07.992" v="1190" actId="1076"/>
          <ac:graphicFrameMkLst>
            <pc:docMk/>
            <pc:sldMk cId="1603174957" sldId="280"/>
            <ac:graphicFrameMk id="12" creationId="{ADF8DE11-A496-4588-BAA4-4CC9A463EFDB}"/>
          </ac:graphicFrameMkLst>
        </pc:graphicFrameChg>
      </pc:sldChg>
    </pc:docChg>
  </pc:docChgLst>
  <pc:docChgLst>
    <pc:chgData name="张 文轩" userId="f99d3195cb2c0d15" providerId="LiveId" clId="{A00D2215-529A-4DAE-850D-FB5B8361EA8B}"/>
    <pc:docChg chg="undo custSel addSld delSld modSld">
      <pc:chgData name="张 文轩" userId="f99d3195cb2c0d15" providerId="LiveId" clId="{A00D2215-529A-4DAE-850D-FB5B8361EA8B}" dt="2020-12-14T18:04:03.090" v="44" actId="14100"/>
      <pc:docMkLst>
        <pc:docMk/>
      </pc:docMkLst>
      <pc:sldChg chg="addSp delSp modSp mod">
        <pc:chgData name="张 文轩" userId="f99d3195cb2c0d15" providerId="LiveId" clId="{A00D2215-529A-4DAE-850D-FB5B8361EA8B}" dt="2020-12-14T08:43:15.129" v="40" actId="1076"/>
        <pc:sldMkLst>
          <pc:docMk/>
          <pc:sldMk cId="1499674974" sldId="261"/>
        </pc:sldMkLst>
        <pc:spChg chg="mod">
          <ac:chgData name="张 文轩" userId="f99d3195cb2c0d15" providerId="LiveId" clId="{A00D2215-529A-4DAE-850D-FB5B8361EA8B}" dt="2020-12-14T08:34:09.112" v="16" actId="20577"/>
          <ac:spMkLst>
            <pc:docMk/>
            <pc:sldMk cId="1499674974" sldId="261"/>
            <ac:spMk id="2" creationId="{6F26C40E-F29B-4329-A72E-38AEA43DFCA5}"/>
          </ac:spMkLst>
        </pc:spChg>
        <pc:spChg chg="mod">
          <ac:chgData name="张 文轩" userId="f99d3195cb2c0d15" providerId="LiveId" clId="{A00D2215-529A-4DAE-850D-FB5B8361EA8B}" dt="2020-12-14T08:40:13.274" v="22" actId="1076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A00D2215-529A-4DAE-850D-FB5B8361EA8B}" dt="2020-12-14T08:41:35.553" v="28" actId="14100"/>
          <ac:spMkLst>
            <pc:docMk/>
            <pc:sldMk cId="1499674974" sldId="261"/>
            <ac:spMk id="9" creationId="{66F38E44-2B3F-491F-823C-105D78B6BEB3}"/>
          </ac:spMkLst>
        </pc:spChg>
        <pc:spChg chg="mod">
          <ac:chgData name="张 文轩" userId="f99d3195cb2c0d15" providerId="LiveId" clId="{A00D2215-529A-4DAE-850D-FB5B8361EA8B}" dt="2020-12-14T08:42:11.928" v="32" actId="1076"/>
          <ac:spMkLst>
            <pc:docMk/>
            <pc:sldMk cId="1499674974" sldId="261"/>
            <ac:spMk id="11" creationId="{8986862D-630D-4332-9706-92FD09DBA8D0}"/>
          </ac:spMkLst>
        </pc:spChg>
        <pc:spChg chg="mod">
          <ac:chgData name="张 文轩" userId="f99d3195cb2c0d15" providerId="LiveId" clId="{A00D2215-529A-4DAE-850D-FB5B8361EA8B}" dt="2020-12-14T08:42:28.369" v="34" actId="1076"/>
          <ac:spMkLst>
            <pc:docMk/>
            <pc:sldMk cId="1499674974" sldId="261"/>
            <ac:spMk id="12" creationId="{A941D5D7-640D-4AA3-8EE0-0528ED8A785A}"/>
          </ac:spMkLst>
        </pc:spChg>
        <pc:spChg chg="del">
          <ac:chgData name="张 文轩" userId="f99d3195cb2c0d15" providerId="LiveId" clId="{A00D2215-529A-4DAE-850D-FB5B8361EA8B}" dt="2020-12-14T08:39:11.657" v="18" actId="478"/>
          <ac:spMkLst>
            <pc:docMk/>
            <pc:sldMk cId="1499674974" sldId="261"/>
            <ac:spMk id="13" creationId="{8348F020-B27C-4185-9D41-7B1A9DA57C87}"/>
          </ac:spMkLst>
        </pc:spChg>
        <pc:spChg chg="add mod">
          <ac:chgData name="张 文轩" userId="f99d3195cb2c0d15" providerId="LiveId" clId="{A00D2215-529A-4DAE-850D-FB5B8361EA8B}" dt="2020-12-14T08:43:15.129" v="40" actId="1076"/>
          <ac:spMkLst>
            <pc:docMk/>
            <pc:sldMk cId="1499674974" sldId="261"/>
            <ac:spMk id="14" creationId="{BE6D27EB-5793-47D9-8F28-F357613C3C67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5" creationId="{9DCE1A9A-F053-42FE-8C59-DED76E6CB2BE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6" creationId="{4927E96D-6C25-409F-AFE0-D958814DC306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7" creationId="{AB12DFA4-0DAC-42D4-A7BD-828E4CEE4E77}"/>
          </ac:spMkLst>
        </pc:spChg>
        <pc:spChg chg="mod">
          <ac:chgData name="张 文轩" userId="f99d3195cb2c0d15" providerId="LiveId" clId="{A00D2215-529A-4DAE-850D-FB5B8361EA8B}" dt="2020-12-14T08:40:34.105" v="24" actId="1076"/>
          <ac:spMkLst>
            <pc:docMk/>
            <pc:sldMk cId="1499674974" sldId="261"/>
            <ac:spMk id="18" creationId="{44AF34AA-F9AD-42CC-8867-05B493017B38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19" creationId="{622D1D9E-D31E-4668-B869-FE0F19A71E95}"/>
          </ac:spMkLst>
        </pc:spChg>
        <pc:spChg chg="add mod">
          <ac:chgData name="张 文轩" userId="f99d3195cb2c0d15" providerId="LiveId" clId="{A00D2215-529A-4DAE-850D-FB5B8361EA8B}" dt="2020-12-14T08:40:58.730" v="26" actId="1076"/>
          <ac:spMkLst>
            <pc:docMk/>
            <pc:sldMk cId="1499674974" sldId="261"/>
            <ac:spMk id="20" creationId="{A2939A95-FA8F-48F2-B4F5-BA7AFAF65ED8}"/>
          </ac:spMkLst>
        </pc:spChg>
        <pc:cxnChg chg="del">
          <ac:chgData name="张 文轩" userId="f99d3195cb2c0d15" providerId="LiveId" clId="{A00D2215-529A-4DAE-850D-FB5B8361EA8B}" dt="2020-12-14T08:39:07.622" v="17" actId="478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modSp mod">
        <pc:chgData name="张 文轩" userId="f99d3195cb2c0d15" providerId="LiveId" clId="{A00D2215-529A-4DAE-850D-FB5B8361EA8B}" dt="2020-12-14T18:03:49.007" v="43" actId="14100"/>
        <pc:sldMkLst>
          <pc:docMk/>
          <pc:sldMk cId="1199786319" sldId="276"/>
        </pc:sldMkLst>
        <pc:spChg chg="mod">
          <ac:chgData name="张 文轩" userId="f99d3195cb2c0d15" providerId="LiveId" clId="{A00D2215-529A-4DAE-850D-FB5B8361EA8B}" dt="2020-12-14T18:03:49.007" v="43" actId="14100"/>
          <ac:spMkLst>
            <pc:docMk/>
            <pc:sldMk cId="1199786319" sldId="276"/>
            <ac:spMk id="8" creationId="{8153F4D0-01E1-430F-B8F5-3F4E9D5F1A33}"/>
          </ac:spMkLst>
        </pc:spChg>
      </pc:sldChg>
      <pc:sldChg chg="modSp mod">
        <pc:chgData name="张 文轩" userId="f99d3195cb2c0d15" providerId="LiveId" clId="{A00D2215-529A-4DAE-850D-FB5B8361EA8B}" dt="2020-12-14T18:04:03.090" v="44" actId="14100"/>
        <pc:sldMkLst>
          <pc:docMk/>
          <pc:sldMk cId="3397588825" sldId="277"/>
        </pc:sldMkLst>
        <pc:spChg chg="mod">
          <ac:chgData name="张 文轩" userId="f99d3195cb2c0d15" providerId="LiveId" clId="{A00D2215-529A-4DAE-850D-FB5B8361EA8B}" dt="2020-12-14T18:04:03.090" v="44" actId="14100"/>
          <ac:spMkLst>
            <pc:docMk/>
            <pc:sldMk cId="3397588825" sldId="277"/>
            <ac:spMk id="3" creationId="{DB3145BC-CBFF-4588-9F03-CC3FD42F7871}"/>
          </ac:spMkLst>
        </pc:spChg>
      </pc:sldChg>
      <pc:sldChg chg="new del">
        <pc:chgData name="张 文轩" userId="f99d3195cb2c0d15" providerId="LiveId" clId="{A00D2215-529A-4DAE-850D-FB5B8361EA8B}" dt="2020-12-14T16:52:05.675" v="42" actId="680"/>
        <pc:sldMkLst>
          <pc:docMk/>
          <pc:sldMk cId="3157249303" sldId="280"/>
        </pc:sldMkLst>
      </pc:sldChg>
    </pc:docChg>
  </pc:docChgLst>
  <pc:docChgLst>
    <pc:chgData name="张 文轩" userId="f99d3195cb2c0d15" providerId="LiveId" clId="{2897CD4F-8A15-4AE9-8352-F200C8309F59}"/>
    <pc:docChg chg="undo custSel addSld delSld modSld sldOrd">
      <pc:chgData name="张 文轩" userId="f99d3195cb2c0d15" providerId="LiveId" clId="{2897CD4F-8A15-4AE9-8352-F200C8309F59}" dt="2020-11-26T00:26:04.820" v="1817" actId="14100"/>
      <pc:docMkLst>
        <pc:docMk/>
      </pc:docMkLst>
      <pc:sldChg chg="modSp add del mod">
        <pc:chgData name="张 文轩" userId="f99d3195cb2c0d15" providerId="LiveId" clId="{2897CD4F-8A15-4AE9-8352-F200C8309F59}" dt="2020-11-21T04:24:07.018" v="741" actId="20577"/>
        <pc:sldMkLst>
          <pc:docMk/>
          <pc:sldMk cId="1768941005" sldId="256"/>
        </pc:sldMkLst>
        <pc:spChg chg="mod">
          <ac:chgData name="张 文轩" userId="f99d3195cb2c0d15" providerId="LiveId" clId="{2897CD4F-8A15-4AE9-8352-F200C8309F59}" dt="2020-11-21T04:24:07.018" v="741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2897CD4F-8A15-4AE9-8352-F200C8309F59}" dt="2020-10-22T06:42:13.942" v="257" actId="255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del mod ord">
        <pc:chgData name="张 文轩" userId="f99d3195cb2c0d15" providerId="LiveId" clId="{2897CD4F-8A15-4AE9-8352-F200C8309F59}" dt="2020-11-23T08:16:31.193" v="1780" actId="1076"/>
        <pc:sldMkLst>
          <pc:docMk/>
          <pc:sldMk cId="831083259" sldId="257"/>
        </pc:sldMkLst>
        <pc:spChg chg="mod">
          <ac:chgData name="张 文轩" userId="f99d3195cb2c0d15" providerId="LiveId" clId="{2897CD4F-8A15-4AE9-8352-F200C8309F59}" dt="2020-11-21T05:13:18.576" v="749" actId="20577"/>
          <ac:spMkLst>
            <pc:docMk/>
            <pc:sldMk cId="831083259" sldId="257"/>
            <ac:spMk id="2" creationId="{6F26C40E-F29B-4329-A72E-38AEA43DFCA5}"/>
          </ac:spMkLst>
        </pc:spChg>
        <pc:spChg chg="add del">
          <ac:chgData name="张 文轩" userId="f99d3195cb2c0d15" providerId="LiveId" clId="{2897CD4F-8A15-4AE9-8352-F200C8309F59}" dt="2020-10-22T06:39:54.749" v="239" actId="478"/>
          <ac:spMkLst>
            <pc:docMk/>
            <pc:sldMk cId="831083259" sldId="257"/>
            <ac:spMk id="3" creationId="{0BD8B4B2-8C52-4E3F-9B73-5B99188B0C61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5" creationId="{EB734740-36A8-470A-957F-B07B0775BA03}"/>
          </ac:spMkLst>
        </pc:spChg>
        <pc:spChg chg="del">
          <ac:chgData name="张 文轩" userId="f99d3195cb2c0d15" providerId="LiveId" clId="{2897CD4F-8A15-4AE9-8352-F200C8309F59}" dt="2020-10-22T06:39:47.222" v="236" actId="478"/>
          <ac:spMkLst>
            <pc:docMk/>
            <pc:sldMk cId="831083259" sldId="257"/>
            <ac:spMk id="6" creationId="{D920AC3B-1D2C-48A8-8C6E-A9FBC971D602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7" creationId="{DB5808EA-CCA4-4A47-B517-B12B6C45BE8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8" creationId="{6C695E82-A16E-464D-BFD1-DF56D135B354}"/>
          </ac:spMkLst>
        </pc:spChg>
        <pc:spChg chg="add del mod">
          <ac:chgData name="张 文轩" userId="f99d3195cb2c0d15" providerId="LiveId" clId="{2897CD4F-8A15-4AE9-8352-F200C8309F59}" dt="2020-10-22T06:39:52.225" v="238" actId="478"/>
          <ac:spMkLst>
            <pc:docMk/>
            <pc:sldMk cId="831083259" sldId="257"/>
            <ac:spMk id="8" creationId="{B1DF2C44-5148-49AA-B386-35912DA41412}"/>
          </ac:spMkLst>
        </pc:spChg>
        <pc:spChg chg="add mod">
          <ac:chgData name="张 文轩" userId="f99d3195cb2c0d15" providerId="LiveId" clId="{2897CD4F-8A15-4AE9-8352-F200C8309F59}" dt="2020-11-21T05:47:09.409" v="1311" actId="20577"/>
          <ac:spMkLst>
            <pc:docMk/>
            <pc:sldMk cId="831083259" sldId="257"/>
            <ac:spMk id="10" creationId="{253B8E5C-0FA0-4EB6-8FC6-86DBE641E246}"/>
          </ac:spMkLst>
        </pc:spChg>
        <pc:spChg chg="del mod">
          <ac:chgData name="张 文轩" userId="f99d3195cb2c0d15" providerId="LiveId" clId="{2897CD4F-8A15-4AE9-8352-F200C8309F59}" dt="2020-10-22T06:38:09.731" v="233" actId="478"/>
          <ac:spMkLst>
            <pc:docMk/>
            <pc:sldMk cId="831083259" sldId="257"/>
            <ac:spMk id="11" creationId="{994F7734-10B3-4E5D-B254-D29FF830156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1" creationId="{EDD5F58E-CF1F-4364-AED5-4E7E0B6BA01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2" creationId="{6EB664A1-8FCB-4763-A5F7-BD3BF4FF2E66}"/>
          </ac:spMkLst>
        </pc:spChg>
        <pc:spChg chg="del">
          <ac:chgData name="张 文轩" userId="f99d3195cb2c0d15" providerId="LiveId" clId="{2897CD4F-8A15-4AE9-8352-F200C8309F59}" dt="2020-10-22T06:38:11.479" v="234" actId="478"/>
          <ac:spMkLst>
            <pc:docMk/>
            <pc:sldMk cId="831083259" sldId="257"/>
            <ac:spMk id="13" creationId="{C8B7E7E1-9A6B-4B31-96B9-594EC7478C34}"/>
          </ac:spMkLst>
        </pc:spChg>
        <pc:grpChg chg="add 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4" creationId="{BC7CF014-4D5C-4630-A0E3-04ABF4D6BD33}"/>
          </ac:grpSpMkLst>
        </pc:grpChg>
        <pc:grpChg chg="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6" creationId="{B0764DA4-1E44-4C06-9B08-8BE453E624C6}"/>
          </ac:grpSpMkLst>
        </pc:grpChg>
        <pc:picChg chg="del">
          <ac:chgData name="张 文轩" userId="f99d3195cb2c0d15" providerId="LiveId" clId="{2897CD4F-8A15-4AE9-8352-F200C8309F59}" dt="2020-10-22T06:39:56.249" v="240" actId="478"/>
          <ac:picMkLst>
            <pc:docMk/>
            <pc:sldMk cId="831083259" sldId="257"/>
            <ac:picMk id="4" creationId="{494FD2FB-A75C-4148-A10B-40DAB95BAA9E}"/>
          </ac:picMkLst>
        </pc:picChg>
        <pc:picChg chg="add mod">
          <ac:chgData name="张 文轩" userId="f99d3195cb2c0d15" providerId="LiveId" clId="{2897CD4F-8A15-4AE9-8352-F200C8309F59}" dt="2020-11-23T08:16:31.193" v="1780" actId="1076"/>
          <ac:picMkLst>
            <pc:docMk/>
            <pc:sldMk cId="831083259" sldId="257"/>
            <ac:picMk id="4" creationId="{A4B297C1-F037-4CE9-87E5-843430462031}"/>
          </ac:picMkLst>
        </pc:picChg>
        <pc:picChg chg="del">
          <ac:chgData name="张 文轩" userId="f99d3195cb2c0d15" providerId="LiveId" clId="{2897CD4F-8A15-4AE9-8352-F200C8309F59}" dt="2020-10-22T06:39:57.331" v="241" actId="478"/>
          <ac:picMkLst>
            <pc:docMk/>
            <pc:sldMk cId="831083259" sldId="257"/>
            <ac:picMk id="5" creationId="{26D82FD1-7547-4169-8545-D21C2FA3FDCA}"/>
          </ac:picMkLst>
        </pc:picChg>
        <pc:picChg chg="add del mod">
          <ac:chgData name="张 文轩" userId="f99d3195cb2c0d15" providerId="LiveId" clId="{2897CD4F-8A15-4AE9-8352-F200C8309F59}" dt="2020-11-23T07:58:18.321" v="1745" actId="21"/>
          <ac:picMkLst>
            <pc:docMk/>
            <pc:sldMk cId="831083259" sldId="257"/>
            <ac:picMk id="6" creationId="{EC8BE063-69AC-4A83-B21B-D4CC266428E2}"/>
          </ac:picMkLst>
        </pc:picChg>
        <pc:picChg chg="add mod">
          <ac:chgData name="张 文轩" userId="f99d3195cb2c0d15" providerId="LiveId" clId="{2897CD4F-8A15-4AE9-8352-F200C8309F59}" dt="2020-11-23T08:15:41.806" v="1779" actId="1076"/>
          <ac:picMkLst>
            <pc:docMk/>
            <pc:sldMk cId="831083259" sldId="257"/>
            <ac:picMk id="8" creationId="{97C546E8-179F-4596-9BE9-B762C31AA4C0}"/>
          </ac:picMkLst>
        </pc:picChg>
        <pc:cxnChg chg="mod">
          <ac:chgData name="张 文轩" userId="f99d3195cb2c0d15" providerId="LiveId" clId="{2897CD4F-8A15-4AE9-8352-F200C8309F59}" dt="2020-11-21T05:49:21.361" v="1318"/>
          <ac:cxnSpMkLst>
            <pc:docMk/>
            <pc:sldMk cId="831083259" sldId="257"/>
            <ac:cxnSpMk id="9" creationId="{9C3B19C1-25B8-45DC-BA06-2AC8CC790728}"/>
          </ac:cxnSpMkLst>
        </pc:cxnChg>
      </pc:sldChg>
      <pc:sldChg chg="add del">
        <pc:chgData name="张 文轩" userId="f99d3195cb2c0d15" providerId="LiveId" clId="{2897CD4F-8A15-4AE9-8352-F200C8309F59}" dt="2020-11-21T05:26:31.110" v="936" actId="47"/>
        <pc:sldMkLst>
          <pc:docMk/>
          <pc:sldMk cId="1017540899" sldId="258"/>
        </pc:sldMkLst>
      </pc:sldChg>
      <pc:sldChg chg="del">
        <pc:chgData name="张 文轩" userId="f99d3195cb2c0d15" providerId="LiveId" clId="{2897CD4F-8A15-4AE9-8352-F200C8309F59}" dt="2020-10-21T17:21:33.087" v="1" actId="47"/>
        <pc:sldMkLst>
          <pc:docMk/>
          <pc:sldMk cId="3595787667" sldId="258"/>
        </pc:sldMkLst>
      </pc:sldChg>
      <pc:sldChg chg="del">
        <pc:chgData name="张 文轩" userId="f99d3195cb2c0d15" providerId="LiveId" clId="{2897CD4F-8A15-4AE9-8352-F200C8309F59}" dt="2020-10-21T17:21:31.964" v="0" actId="47"/>
        <pc:sldMkLst>
          <pc:docMk/>
          <pc:sldMk cId="2278365476" sldId="259"/>
        </pc:sldMkLst>
      </pc:sldChg>
      <pc:sldChg chg="modSp add del mod">
        <pc:chgData name="张 文轩" userId="f99d3195cb2c0d15" providerId="LiveId" clId="{2897CD4F-8A15-4AE9-8352-F200C8309F59}" dt="2020-11-21T05:12:54.066" v="745" actId="47"/>
        <pc:sldMkLst>
          <pc:docMk/>
          <pc:sldMk cId="3288908596" sldId="259"/>
        </pc:sldMkLst>
        <pc:spChg chg="mod">
          <ac:chgData name="张 文轩" userId="f99d3195cb2c0d15" providerId="LiveId" clId="{2897CD4F-8A15-4AE9-8352-F200C8309F59}" dt="2020-10-22T06:49:41.435" v="500" actId="20577"/>
          <ac:spMkLst>
            <pc:docMk/>
            <pc:sldMk cId="3288908596" sldId="259"/>
            <ac:spMk id="2" creationId="{6F26C40E-F29B-4329-A72E-38AEA43DFCA5}"/>
          </ac:spMkLst>
        </pc:spChg>
      </pc:sldChg>
      <pc:sldChg chg="del">
        <pc:chgData name="张 文轩" userId="f99d3195cb2c0d15" providerId="LiveId" clId="{2897CD4F-8A15-4AE9-8352-F200C8309F59}" dt="2020-10-21T17:21:34.979" v="5" actId="47"/>
        <pc:sldMkLst>
          <pc:docMk/>
          <pc:sldMk cId="3416796410" sldId="260"/>
        </pc:sldMkLst>
      </pc:sldChg>
      <pc:sldChg chg="modSp add del mod ord">
        <pc:chgData name="张 文轩" userId="f99d3195cb2c0d15" providerId="LiveId" clId="{2897CD4F-8A15-4AE9-8352-F200C8309F59}" dt="2020-11-21T05:12:50.927" v="744" actId="47"/>
        <pc:sldMkLst>
          <pc:docMk/>
          <pc:sldMk cId="3570027129" sldId="260"/>
        </pc:sldMkLst>
        <pc:spChg chg="mod">
          <ac:chgData name="张 文轩" userId="f99d3195cb2c0d15" providerId="LiveId" clId="{2897CD4F-8A15-4AE9-8352-F200C8309F59}" dt="2020-10-22T06:46:44.491" v="483" actId="20577"/>
          <ac:spMkLst>
            <pc:docMk/>
            <pc:sldMk cId="3570027129" sldId="260"/>
            <ac:spMk id="2" creationId="{6F26C40E-F29B-4329-A72E-38AEA43DFCA5}"/>
          </ac:spMkLst>
        </pc:spChg>
      </pc:sldChg>
      <pc:sldChg chg="addSp delSp modSp add del mod">
        <pc:chgData name="张 文轩" userId="f99d3195cb2c0d15" providerId="LiveId" clId="{2897CD4F-8A15-4AE9-8352-F200C8309F59}" dt="2020-11-23T07:31:41.795" v="1731" actId="207"/>
        <pc:sldMkLst>
          <pc:docMk/>
          <pc:sldMk cId="1499674974" sldId="261"/>
        </pc:sldMkLst>
        <pc:spChg chg="mod">
          <ac:chgData name="张 文轩" userId="f99d3195cb2c0d15" providerId="LiveId" clId="{2897CD4F-8A15-4AE9-8352-F200C8309F59}" dt="2020-11-21T05:35:55.036" v="1119" actId="20577"/>
          <ac:spMkLst>
            <pc:docMk/>
            <pc:sldMk cId="1499674974" sldId="261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1:39.185" v="1730" actId="207"/>
          <ac:spMkLst>
            <pc:docMk/>
            <pc:sldMk cId="1499674974" sldId="261"/>
            <ac:spMk id="4" creationId="{65FEE5FC-74A8-4DD1-B9F9-814669115DE8}"/>
          </ac:spMkLst>
        </pc:spChg>
        <pc:spChg chg="add mod">
          <ac:chgData name="张 文轩" userId="f99d3195cb2c0d15" providerId="LiveId" clId="{2897CD4F-8A15-4AE9-8352-F200C8309F59}" dt="2020-11-21T05:26:08.326" v="929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2897CD4F-8A15-4AE9-8352-F200C8309F59}" dt="2020-11-23T07:31:34.873" v="1728" actId="207"/>
          <ac:spMkLst>
            <pc:docMk/>
            <pc:sldMk cId="1499674974" sldId="261"/>
            <ac:spMk id="9" creationId="{66F38E44-2B3F-491F-823C-105D78B6BEB3}"/>
          </ac:spMkLst>
        </pc:spChg>
        <pc:spChg chg="del">
          <ac:chgData name="张 文轩" userId="f99d3195cb2c0d15" providerId="LiveId" clId="{2897CD4F-8A15-4AE9-8352-F200C8309F59}" dt="2020-11-21T05:25:38.356" v="923" actId="478"/>
          <ac:spMkLst>
            <pc:docMk/>
            <pc:sldMk cId="1499674974" sldId="261"/>
            <ac:spMk id="10" creationId="{253B8E5C-0FA0-4EB6-8FC6-86DBE641E246}"/>
          </ac:spMkLst>
        </pc:spChg>
        <pc:spChg chg="mod">
          <ac:chgData name="张 文轩" userId="f99d3195cb2c0d15" providerId="LiveId" clId="{2897CD4F-8A15-4AE9-8352-F200C8309F59}" dt="2020-11-23T07:31:36.978" v="1729" actId="207"/>
          <ac:spMkLst>
            <pc:docMk/>
            <pc:sldMk cId="1499674974" sldId="261"/>
            <ac:spMk id="12" creationId="{A941D5D7-640D-4AA3-8EE0-0528ED8A785A}"/>
          </ac:spMkLst>
        </pc:spChg>
        <pc:spChg chg="mod">
          <ac:chgData name="张 文轩" userId="f99d3195cb2c0d15" providerId="LiveId" clId="{2897CD4F-8A15-4AE9-8352-F200C8309F59}" dt="2020-11-23T07:31:41.795" v="1731" actId="207"/>
          <ac:spMkLst>
            <pc:docMk/>
            <pc:sldMk cId="1499674974" sldId="261"/>
            <ac:spMk id="15" creationId="{A26F2C2A-1570-46C8-AD9D-56E7D3576DD3}"/>
          </ac:spMkLst>
        </pc:spChg>
        <pc:graphicFrameChg chg="add del mod modGraphic">
          <ac:chgData name="张 文轩" userId="f99d3195cb2c0d15" providerId="LiveId" clId="{2897CD4F-8A15-4AE9-8352-F200C8309F59}" dt="2020-11-21T05:43:00.050" v="1190" actId="478"/>
          <ac:graphicFrameMkLst>
            <pc:docMk/>
            <pc:sldMk cId="1499674974" sldId="261"/>
            <ac:graphicFrameMk id="3" creationId="{61A97225-D9F8-45CD-A82B-38D98DBFFEE1}"/>
          </ac:graphicFrameMkLst>
        </pc:graphicFrameChg>
        <pc:picChg chg="add mod">
          <ac:chgData name="张 文轩" userId="f99d3195cb2c0d15" providerId="LiveId" clId="{2897CD4F-8A15-4AE9-8352-F200C8309F59}" dt="2020-11-21T05:43:59.181" v="1201" actId="1076"/>
          <ac:picMkLst>
            <pc:docMk/>
            <pc:sldMk cId="1499674974" sldId="261"/>
            <ac:picMk id="5" creationId="{1B76D17C-54B7-40B6-AED6-806106A5658D}"/>
          </ac:picMkLst>
        </pc:picChg>
        <pc:picChg chg="add del mod">
          <ac:chgData name="张 文轩" userId="f99d3195cb2c0d15" providerId="LiveId" clId="{2897CD4F-8A15-4AE9-8352-F200C8309F59}" dt="2020-11-21T05:25:57.500" v="927" actId="478"/>
          <ac:picMkLst>
            <pc:docMk/>
            <pc:sldMk cId="1499674974" sldId="261"/>
            <ac:picMk id="6" creationId="{AC0E4FE1-4046-42B6-B2C3-40843BD3209E}"/>
          </ac:picMkLst>
        </pc:picChg>
      </pc:sldChg>
      <pc:sldChg chg="del">
        <pc:chgData name="张 文轩" userId="f99d3195cb2c0d15" providerId="LiveId" clId="{2897CD4F-8A15-4AE9-8352-F200C8309F59}" dt="2020-10-21T17:21:33.674" v="3" actId="47"/>
        <pc:sldMkLst>
          <pc:docMk/>
          <pc:sldMk cId="4154789356" sldId="261"/>
        </pc:sldMkLst>
      </pc:sldChg>
      <pc:sldChg chg="del">
        <pc:chgData name="张 文轩" userId="f99d3195cb2c0d15" providerId="LiveId" clId="{2897CD4F-8A15-4AE9-8352-F200C8309F59}" dt="2020-10-21T17:21:34.281" v="4" actId="47"/>
        <pc:sldMkLst>
          <pc:docMk/>
          <pc:sldMk cId="279890617" sldId="262"/>
        </pc:sldMkLst>
      </pc:sldChg>
      <pc:sldChg chg="addSp delSp modSp add mod">
        <pc:chgData name="张 文轩" userId="f99d3195cb2c0d15" providerId="LiveId" clId="{2897CD4F-8A15-4AE9-8352-F200C8309F59}" dt="2020-11-23T07:30:25.814" v="1727" actId="20577"/>
        <pc:sldMkLst>
          <pc:docMk/>
          <pc:sldMk cId="3295466074" sldId="262"/>
        </pc:sldMkLst>
        <pc:spChg chg="mod">
          <ac:chgData name="张 文轩" userId="f99d3195cb2c0d15" providerId="LiveId" clId="{2897CD4F-8A15-4AE9-8352-F200C8309F59}" dt="2020-11-21T05:16:19.742" v="844" actId="20577"/>
          <ac:spMkLst>
            <pc:docMk/>
            <pc:sldMk cId="3295466074" sldId="262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0:25.814" v="1727" actId="20577"/>
          <ac:spMkLst>
            <pc:docMk/>
            <pc:sldMk cId="3295466074" sldId="262"/>
            <ac:spMk id="4" creationId="{23CDB486-04D6-4552-BE85-6200EF52C8F9}"/>
          </ac:spMkLst>
        </pc:spChg>
        <pc:spChg chg="del">
          <ac:chgData name="张 文轩" userId="f99d3195cb2c0d15" providerId="LiveId" clId="{2897CD4F-8A15-4AE9-8352-F200C8309F59}" dt="2020-11-21T05:51:18.630" v="1351" actId="478"/>
          <ac:spMkLst>
            <pc:docMk/>
            <pc:sldMk cId="3295466074" sldId="262"/>
            <ac:spMk id="10" creationId="{253B8E5C-0FA0-4EB6-8FC6-86DBE641E246}"/>
          </ac:spMkLst>
        </pc:spChg>
      </pc:sldChg>
      <pc:sldChg chg="del">
        <pc:chgData name="张 文轩" userId="f99d3195cb2c0d15" providerId="LiveId" clId="{2897CD4F-8A15-4AE9-8352-F200C8309F59}" dt="2020-10-21T17:21:35.390" v="7" actId="47"/>
        <pc:sldMkLst>
          <pc:docMk/>
          <pc:sldMk cId="3340439983" sldId="263"/>
        </pc:sldMkLst>
      </pc:sldChg>
      <pc:sldChg chg="modSp add mod">
        <pc:chgData name="张 文轩" userId="f99d3195cb2c0d15" providerId="LiveId" clId="{2897CD4F-8A15-4AE9-8352-F200C8309F59}" dt="2020-11-21T05:25:18.899" v="922" actId="20577"/>
        <pc:sldMkLst>
          <pc:docMk/>
          <pc:sldMk cId="3905351228" sldId="263"/>
        </pc:sldMkLst>
        <pc:spChg chg="mod">
          <ac:chgData name="张 文轩" userId="f99d3195cb2c0d15" providerId="LiveId" clId="{2897CD4F-8A15-4AE9-8352-F200C8309F59}" dt="2020-11-21T05:25:18.899" v="922" actId="20577"/>
          <ac:spMkLst>
            <pc:docMk/>
            <pc:sldMk cId="3905351228" sldId="263"/>
            <ac:spMk id="2" creationId="{6F26C40E-F29B-4329-A72E-38AEA43DFCA5}"/>
          </ac:spMkLst>
        </pc:spChg>
      </pc:sldChg>
      <pc:sldChg chg="new add del">
        <pc:chgData name="张 文轩" userId="f99d3195cb2c0d15" providerId="LiveId" clId="{2897CD4F-8A15-4AE9-8352-F200C8309F59}" dt="2020-11-21T05:26:31.905" v="937" actId="47"/>
        <pc:sldMkLst>
          <pc:docMk/>
          <pc:sldMk cId="1567290836" sldId="264"/>
        </pc:sldMkLst>
      </pc:sldChg>
      <pc:sldChg chg="del">
        <pc:chgData name="张 文轩" userId="f99d3195cb2c0d15" providerId="LiveId" clId="{2897CD4F-8A15-4AE9-8352-F200C8309F59}" dt="2020-10-21T17:21:35.468" v="8" actId="47"/>
        <pc:sldMkLst>
          <pc:docMk/>
          <pc:sldMk cId="3791499111" sldId="264"/>
        </pc:sldMkLst>
      </pc:sldChg>
      <pc:sldChg chg="del">
        <pc:chgData name="张 文轩" userId="f99d3195cb2c0d15" providerId="LiveId" clId="{2897CD4F-8A15-4AE9-8352-F200C8309F59}" dt="2020-10-21T17:21:35.801" v="9" actId="47"/>
        <pc:sldMkLst>
          <pc:docMk/>
          <pc:sldMk cId="2500604045" sldId="265"/>
        </pc:sldMkLst>
      </pc:sldChg>
      <pc:sldChg chg="add del">
        <pc:chgData name="张 文轩" userId="f99d3195cb2c0d15" providerId="LiveId" clId="{2897CD4F-8A15-4AE9-8352-F200C8309F59}" dt="2020-11-21T05:26:32.560" v="938" actId="47"/>
        <pc:sldMkLst>
          <pc:docMk/>
          <pc:sldMk cId="3768330410" sldId="265"/>
        </pc:sldMkLst>
      </pc:sldChg>
      <pc:sldChg chg="del">
        <pc:chgData name="张 文轩" userId="f99d3195cb2c0d15" providerId="LiveId" clId="{2897CD4F-8A15-4AE9-8352-F200C8309F59}" dt="2020-10-21T17:21:33.659" v="2" actId="47"/>
        <pc:sldMkLst>
          <pc:docMk/>
          <pc:sldMk cId="321031333" sldId="266"/>
        </pc:sldMkLst>
      </pc:sldChg>
      <pc:sldChg chg="add">
        <pc:chgData name="张 文轩" userId="f99d3195cb2c0d15" providerId="LiveId" clId="{2897CD4F-8A15-4AE9-8352-F200C8309F59}" dt="2020-10-30T13:46:10.470" v="674"/>
        <pc:sldMkLst>
          <pc:docMk/>
          <pc:sldMk cId="2278365476" sldId="266"/>
        </pc:sldMkLst>
      </pc:sldChg>
      <pc:sldChg chg="addSp delSp modSp add del mod ord">
        <pc:chgData name="张 文轩" userId="f99d3195cb2c0d15" providerId="LiveId" clId="{2897CD4F-8A15-4AE9-8352-F200C8309F59}" dt="2020-11-21T05:51:03.711" v="1350"/>
        <pc:sldMkLst>
          <pc:docMk/>
          <pc:sldMk cId="3595787667" sldId="267"/>
        </pc:sldMkLst>
        <pc:spChg chg="add del">
          <ac:chgData name="张 文轩" userId="f99d3195cb2c0d15" providerId="LiveId" clId="{2897CD4F-8A15-4AE9-8352-F200C8309F59}" dt="2020-11-21T05:50:40.712" v="1344" actId="478"/>
          <ac:spMkLst>
            <pc:docMk/>
            <pc:sldMk cId="3595787667" sldId="267"/>
            <ac:spMk id="2" creationId="{C8D0FF25-24A2-4697-BA97-BB6225F3868C}"/>
          </ac:spMkLst>
        </pc:spChg>
        <pc:spChg chg="add del">
          <ac:chgData name="张 文轩" userId="f99d3195cb2c0d15" providerId="LiveId" clId="{2897CD4F-8A15-4AE9-8352-F200C8309F59}" dt="2020-11-21T05:50:36.115" v="1341" actId="478"/>
          <ac:spMkLst>
            <pc:docMk/>
            <pc:sldMk cId="3595787667" sldId="267"/>
            <ac:spMk id="3" creationId="{C3CC5B89-6486-46DF-A728-3CD112C6ACB9}"/>
          </ac:spMkLst>
        </pc:spChg>
        <pc:spChg chg="add del">
          <ac:chgData name="张 文轩" userId="f99d3195cb2c0d15" providerId="LiveId" clId="{2897CD4F-8A15-4AE9-8352-F200C8309F59}" dt="2020-11-21T05:50:34.110" v="1340" actId="478"/>
          <ac:spMkLst>
            <pc:docMk/>
            <pc:sldMk cId="3595787667" sldId="267"/>
            <ac:spMk id="4" creationId="{0D3203E2-DBFB-4AB4-A0C8-E60904E3E03B}"/>
          </ac:spMkLst>
        </pc:spChg>
        <pc:spChg chg="del">
          <ac:chgData name="张 文轩" userId="f99d3195cb2c0d15" providerId="LiveId" clId="{2897CD4F-8A15-4AE9-8352-F200C8309F59}" dt="2020-11-21T05:50:12.219" v="1326" actId="478"/>
          <ac:spMkLst>
            <pc:docMk/>
            <pc:sldMk cId="3595787667" sldId="267"/>
            <ac:spMk id="6" creationId="{62B96FEE-C5C0-417B-8832-749A22C54BC5}"/>
          </ac:spMkLst>
        </pc:spChg>
        <pc:spChg chg="add del mod">
          <ac:chgData name="张 文轩" userId="f99d3195cb2c0d15" providerId="LiveId" clId="{2897CD4F-8A15-4AE9-8352-F200C8309F59}" dt="2020-11-21T05:50:29.643" v="1337" actId="478"/>
          <ac:spMkLst>
            <pc:docMk/>
            <pc:sldMk cId="3595787667" sldId="267"/>
            <ac:spMk id="7" creationId="{F76FD5AD-629A-4737-8D57-C09C96F6B0A5}"/>
          </ac:spMkLst>
        </pc:spChg>
        <pc:spChg chg="add del mod">
          <ac:chgData name="张 文轩" userId="f99d3195cb2c0d15" providerId="LiveId" clId="{2897CD4F-8A15-4AE9-8352-F200C8309F59}" dt="2020-11-21T05:50:28.115" v="1335" actId="478"/>
          <ac:spMkLst>
            <pc:docMk/>
            <pc:sldMk cId="3595787667" sldId="267"/>
            <ac:spMk id="10" creationId="{E4382F76-3C9A-4E42-A5A2-20C38A97FDB9}"/>
          </ac:spMkLst>
        </pc:spChg>
        <pc:spChg chg="del">
          <ac:chgData name="张 文轩" userId="f99d3195cb2c0d15" providerId="LiveId" clId="{2897CD4F-8A15-4AE9-8352-F200C8309F59}" dt="2020-11-21T05:50:13.449" v="1327" actId="478"/>
          <ac:spMkLst>
            <pc:docMk/>
            <pc:sldMk cId="3595787667" sldId="267"/>
            <ac:spMk id="12" creationId="{5133E9D7-ED3B-4E6F-A250-D4335DC8970A}"/>
          </ac:spMkLst>
        </pc:spChg>
        <pc:spChg chg="del">
          <ac:chgData name="张 文轩" userId="f99d3195cb2c0d15" providerId="LiveId" clId="{2897CD4F-8A15-4AE9-8352-F200C8309F59}" dt="2020-11-21T05:50:43.402" v="1346" actId="478"/>
          <ac:spMkLst>
            <pc:docMk/>
            <pc:sldMk cId="3595787667" sldId="267"/>
            <ac:spMk id="13" creationId="{6FB4E3B9-F28F-4D63-95BD-7CE943BBB3B5}"/>
          </ac:spMkLst>
        </pc:spChg>
        <pc:spChg chg="add del mod">
          <ac:chgData name="张 文轩" userId="f99d3195cb2c0d15" providerId="LiveId" clId="{2897CD4F-8A15-4AE9-8352-F200C8309F59}" dt="2020-11-21T05:50:38.037" v="1342" actId="478"/>
          <ac:spMkLst>
            <pc:docMk/>
            <pc:sldMk cId="3595787667" sldId="267"/>
            <ac:spMk id="18" creationId="{C6FEDA28-A750-4892-9687-36272A2336BC}"/>
          </ac:spMkLst>
        </pc:spChg>
        <pc:spChg chg="add del mod">
          <ac:chgData name="张 文轩" userId="f99d3195cb2c0d15" providerId="LiveId" clId="{2897CD4F-8A15-4AE9-8352-F200C8309F59}" dt="2020-11-21T05:50:42.077" v="1345" actId="478"/>
          <ac:spMkLst>
            <pc:docMk/>
            <pc:sldMk cId="3595787667" sldId="267"/>
            <ac:spMk id="20" creationId="{E9218B47-2C13-4C41-B980-9DB99731308B}"/>
          </ac:spMkLst>
        </pc:spChg>
        <pc:picChg chg="add del">
          <ac:chgData name="张 文轩" userId="f99d3195cb2c0d15" providerId="LiveId" clId="{2897CD4F-8A15-4AE9-8352-F200C8309F59}" dt="2020-11-21T05:50:39.154" v="1343" actId="478"/>
          <ac:picMkLst>
            <pc:docMk/>
            <pc:sldMk cId="3595787667" sldId="267"/>
            <ac:picMk id="16" creationId="{BA69486F-82AC-4B17-B418-60D12E1ABD52}"/>
          </ac:picMkLst>
        </pc:picChg>
        <pc:inkChg chg="del">
          <ac:chgData name="张 文轩" userId="f99d3195cb2c0d15" providerId="LiveId" clId="{2897CD4F-8A15-4AE9-8352-F200C8309F59}" dt="2020-11-21T05:49:58.871" v="1325" actId="478"/>
          <ac:inkMkLst>
            <pc:docMk/>
            <pc:sldMk cId="3595787667" sldId="267"/>
            <ac:inkMk id="11" creationId="{B7BAC52D-4E2A-4B47-A22A-7FBF78EF18B4}"/>
          </ac:inkMkLst>
        </pc:inkChg>
        <pc:inkChg chg="del">
          <ac:chgData name="张 文轩" userId="f99d3195cb2c0d15" providerId="LiveId" clId="{2897CD4F-8A15-4AE9-8352-F200C8309F59}" dt="2020-11-21T05:49:56.433" v="1324" actId="478"/>
          <ac:inkMkLst>
            <pc:docMk/>
            <pc:sldMk cId="3595787667" sldId="267"/>
            <ac:inkMk id="14" creationId="{04E38377-FF8A-4FD1-BF10-77A0C65C8C73}"/>
          </ac:inkMkLst>
        </pc:inkChg>
      </pc:sldChg>
      <pc:sldChg chg="add del">
        <pc:chgData name="张 文轩" userId="f99d3195cb2c0d15" providerId="LiveId" clId="{2897CD4F-8A15-4AE9-8352-F200C8309F59}" dt="2020-11-21T05:49:31.890" v="1321" actId="47"/>
        <pc:sldMkLst>
          <pc:docMk/>
          <pc:sldMk cId="321031333" sldId="268"/>
        </pc:sldMkLst>
      </pc:sldChg>
      <pc:sldChg chg="addSp delSp modSp mod">
        <pc:chgData name="张 文轩" userId="f99d3195cb2c0d15" providerId="LiveId" clId="{2897CD4F-8A15-4AE9-8352-F200C8309F59}" dt="2020-11-23T08:17:39.146" v="1808" actId="20577"/>
        <pc:sldMkLst>
          <pc:docMk/>
          <pc:sldMk cId="3118143486" sldId="268"/>
        </pc:sldMkLst>
        <pc:spChg chg="mod">
          <ac:chgData name="张 文轩" userId="f99d3195cb2c0d15" providerId="LiveId" clId="{2897CD4F-8A15-4AE9-8352-F200C8309F59}" dt="2020-11-23T08:17:39.146" v="1808" actId="20577"/>
          <ac:spMkLst>
            <pc:docMk/>
            <pc:sldMk cId="3118143486" sldId="268"/>
            <ac:spMk id="10" creationId="{253B8E5C-0FA0-4EB6-8FC6-86DBE641E246}"/>
          </ac:spMkLst>
        </pc:spChg>
        <pc:grpChg chg="del">
          <ac:chgData name="张 文轩" userId="f99d3195cb2c0d15" providerId="LiveId" clId="{2897CD4F-8A15-4AE9-8352-F200C8309F59}" dt="2020-11-23T07:58:26.482" v="1748" actId="478"/>
          <ac:grpSpMkLst>
            <pc:docMk/>
            <pc:sldMk cId="3118143486" sldId="268"/>
            <ac:grpSpMk id="4" creationId="{BC7CF014-4D5C-4630-A0E3-04ABF4D6BD33}"/>
          </ac:grpSpMkLst>
        </pc:grpChg>
        <pc:picChg chg="add mod">
          <ac:chgData name="张 文轩" userId="f99d3195cb2c0d15" providerId="LiveId" clId="{2897CD4F-8A15-4AE9-8352-F200C8309F59}" dt="2020-11-23T08:12:52.343" v="1772" actId="14100"/>
          <ac:picMkLst>
            <pc:docMk/>
            <pc:sldMk cId="3118143486" sldId="268"/>
            <ac:picMk id="13" creationId="{73D36270-A701-4B9A-B583-41D64EC24AA2}"/>
          </ac:picMkLst>
        </pc:picChg>
        <pc:picChg chg="add del mod">
          <ac:chgData name="张 文轩" userId="f99d3195cb2c0d15" providerId="LiveId" clId="{2897CD4F-8A15-4AE9-8352-F200C8309F59}" dt="2020-11-23T08:01:13.846" v="1751" actId="478"/>
          <ac:picMkLst>
            <pc:docMk/>
            <pc:sldMk cId="3118143486" sldId="268"/>
            <ac:picMk id="14" creationId="{E7C2BCEA-E20F-4FF1-96E0-26535B8C8169}"/>
          </ac:picMkLst>
        </pc:picChg>
        <pc:picChg chg="add del mod">
          <ac:chgData name="张 文轩" userId="f99d3195cb2c0d15" providerId="LiveId" clId="{2897CD4F-8A15-4AE9-8352-F200C8309F59}" dt="2020-11-23T08:01:41.366" v="1756" actId="478"/>
          <ac:picMkLst>
            <pc:docMk/>
            <pc:sldMk cId="3118143486" sldId="268"/>
            <ac:picMk id="16" creationId="{7BC63D3D-F0F6-4806-B127-B192001779A8}"/>
          </ac:picMkLst>
        </pc:picChg>
        <pc:picChg chg="add mod">
          <ac:chgData name="张 文轩" userId="f99d3195cb2c0d15" providerId="LiveId" clId="{2897CD4F-8A15-4AE9-8352-F200C8309F59}" dt="2020-11-23T08:12:54.118" v="1773" actId="1076"/>
          <ac:picMkLst>
            <pc:docMk/>
            <pc:sldMk cId="3118143486" sldId="268"/>
            <ac:picMk id="18" creationId="{E701EB13-7F49-4A0C-9A62-D7D04364EB7F}"/>
          </ac:picMkLst>
        </pc:picChg>
        <pc:picChg chg="add mod">
          <ac:chgData name="张 文轩" userId="f99d3195cb2c0d15" providerId="LiveId" clId="{2897CD4F-8A15-4AE9-8352-F200C8309F59}" dt="2020-11-23T08:06:37.367" v="1769" actId="1076"/>
          <ac:picMkLst>
            <pc:docMk/>
            <pc:sldMk cId="3118143486" sldId="268"/>
            <ac:picMk id="20" creationId="{9128FB00-99C8-4397-B219-C517F9B902BA}"/>
          </ac:picMkLst>
        </pc:picChg>
        <pc:cxnChg chg="mod">
          <ac:chgData name="张 文轩" userId="f99d3195cb2c0d15" providerId="LiveId" clId="{2897CD4F-8A15-4AE9-8352-F200C8309F59}" dt="2020-11-23T07:58:26.482" v="1748" actId="478"/>
          <ac:cxnSpMkLst>
            <pc:docMk/>
            <pc:sldMk cId="3118143486" sldId="268"/>
            <ac:cxnSpMk id="9" creationId="{9C3B19C1-25B8-45DC-BA06-2AC8CC790728}"/>
          </ac:cxnSpMkLst>
        </pc:cxnChg>
      </pc:sldChg>
      <pc:sldChg chg="del">
        <pc:chgData name="张 文轩" userId="f99d3195cb2c0d15" providerId="LiveId" clId="{2897CD4F-8A15-4AE9-8352-F200C8309F59}" dt="2020-10-21T17:21:35.323" v="6" actId="47"/>
        <pc:sldMkLst>
          <pc:docMk/>
          <pc:sldMk cId="2122761733" sldId="269"/>
        </pc:sldMkLst>
      </pc:sldChg>
      <pc:sldChg chg="add del">
        <pc:chgData name="张 文轩" userId="f99d3195cb2c0d15" providerId="LiveId" clId="{2897CD4F-8A15-4AE9-8352-F200C8309F59}" dt="2020-11-21T05:51:22.875" v="1353" actId="47"/>
        <pc:sldMkLst>
          <pc:docMk/>
          <pc:sldMk cId="3416796410" sldId="269"/>
        </pc:sldMkLst>
      </pc:sldChg>
      <pc:sldChg chg="modSp ord">
        <pc:chgData name="张 文轩" userId="f99d3195cb2c0d15" providerId="LiveId" clId="{2897CD4F-8A15-4AE9-8352-F200C8309F59}" dt="2020-11-23T07:31:55.844" v="1736" actId="207"/>
        <pc:sldMkLst>
          <pc:docMk/>
          <pc:sldMk cId="3835757680" sldId="269"/>
        </pc:sldMkLst>
        <pc:spChg chg="mod">
          <ac:chgData name="张 文轩" userId="f99d3195cb2c0d15" providerId="LiveId" clId="{2897CD4F-8A15-4AE9-8352-F200C8309F59}" dt="2020-11-23T07:31:45.085" v="1732" actId="20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2897CD4F-8A15-4AE9-8352-F200C8309F59}" dt="2020-11-23T07:31:47.690" v="1733" actId="20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2897CD4F-8A15-4AE9-8352-F200C8309F59}" dt="2020-11-23T07:31:49.948" v="1734" actId="207"/>
          <ac:spMkLst>
            <pc:docMk/>
            <pc:sldMk cId="3835757680" sldId="269"/>
            <ac:spMk id="14" creationId="{554C7B89-8894-4A6B-874C-8ECE6BD554DE}"/>
          </ac:spMkLst>
        </pc:spChg>
        <pc:spChg chg="mod">
          <ac:chgData name="张 文轩" userId="f99d3195cb2c0d15" providerId="LiveId" clId="{2897CD4F-8A15-4AE9-8352-F200C8309F59}" dt="2020-11-23T07:31:52.233" v="1735" actId="207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2897CD4F-8A15-4AE9-8352-F200C8309F59}" dt="2020-11-23T07:31:55.844" v="1736" actId="207"/>
          <ac:spMkLst>
            <pc:docMk/>
            <pc:sldMk cId="3835757680" sldId="269"/>
            <ac:spMk id="20" creationId="{4091FD82-FC85-4EA1-8A4E-7ECD73266949}"/>
          </ac:spMkLst>
        </pc:spChg>
      </pc:sldChg>
      <pc:sldChg chg="add del">
        <pc:chgData name="张 文轩" userId="f99d3195cb2c0d15" providerId="LiveId" clId="{2897CD4F-8A15-4AE9-8352-F200C8309F59}" dt="2020-11-21T05:51:29.831" v="1354" actId="47"/>
        <pc:sldMkLst>
          <pc:docMk/>
          <pc:sldMk cId="2122761733" sldId="270"/>
        </pc:sldMkLst>
      </pc:sldChg>
      <pc:sldChg chg="addSp modSp mod">
        <pc:chgData name="张 文轩" userId="f99d3195cb2c0d15" providerId="LiveId" clId="{2897CD4F-8A15-4AE9-8352-F200C8309F59}" dt="2020-11-23T07:45:00.836" v="1739" actId="14100"/>
        <pc:sldMkLst>
          <pc:docMk/>
          <pc:sldMk cId="3406235047" sldId="270"/>
        </pc:sldMkLst>
        <pc:spChg chg="mod">
          <ac:chgData name="张 文轩" userId="f99d3195cb2c0d15" providerId="LiveId" clId="{2897CD4F-8A15-4AE9-8352-F200C8309F59}" dt="2020-11-21T12:37:17.893" v="1416" actId="20577"/>
          <ac:spMkLst>
            <pc:docMk/>
            <pc:sldMk cId="3406235047" sldId="270"/>
            <ac:spMk id="2" creationId="{6F26C40E-F29B-4329-A72E-38AEA43DFCA5}"/>
          </ac:spMkLst>
        </pc:spChg>
        <pc:picChg chg="add mod">
          <ac:chgData name="张 文轩" userId="f99d3195cb2c0d15" providerId="LiveId" clId="{2897CD4F-8A15-4AE9-8352-F200C8309F59}" dt="2020-11-23T07:26:32.011" v="1726" actId="1076"/>
          <ac:picMkLst>
            <pc:docMk/>
            <pc:sldMk cId="3406235047" sldId="270"/>
            <ac:picMk id="3" creationId="{956ABF52-16E4-4BE3-AF98-8A0B0EEE3918}"/>
          </ac:picMkLst>
        </pc:picChg>
        <pc:picChg chg="mod ord">
          <ac:chgData name="张 文轩" userId="f99d3195cb2c0d15" providerId="LiveId" clId="{2897CD4F-8A15-4AE9-8352-F200C8309F59}" dt="2020-11-23T07:24:12.205" v="1722" actId="171"/>
          <ac:picMkLst>
            <pc:docMk/>
            <pc:sldMk cId="3406235047" sldId="270"/>
            <ac:picMk id="4" creationId="{84DBC692-DD7F-449F-825B-573968626C2A}"/>
          </ac:picMkLst>
        </pc:picChg>
        <pc:picChg chg="add mod ord">
          <ac:chgData name="张 文轩" userId="f99d3195cb2c0d15" providerId="LiveId" clId="{2897CD4F-8A15-4AE9-8352-F200C8309F59}" dt="2020-11-23T07:45:00.836" v="1739" actId="14100"/>
          <ac:picMkLst>
            <pc:docMk/>
            <pc:sldMk cId="3406235047" sldId="270"/>
            <ac:picMk id="5" creationId="{A6AE8E55-2773-402B-B24D-A9065BCCA256}"/>
          </ac:picMkLst>
        </pc:picChg>
      </pc:sldChg>
      <pc:sldChg chg="addSp delSp modSp mod">
        <pc:chgData name="张 文轩" userId="f99d3195cb2c0d15" providerId="LiveId" clId="{2897CD4F-8A15-4AE9-8352-F200C8309F59}" dt="2020-11-23T06:59:39.593" v="1694" actId="1076"/>
        <pc:sldMkLst>
          <pc:docMk/>
          <pc:sldMk cId="3215106746" sldId="271"/>
        </pc:sldMkLst>
        <pc:spChg chg="add mod">
          <ac:chgData name="张 文轩" userId="f99d3195cb2c0d15" providerId="LiveId" clId="{2897CD4F-8A15-4AE9-8352-F200C8309F59}" dt="2020-11-23T06:53:21.404" v="1667"/>
          <ac:spMkLst>
            <pc:docMk/>
            <pc:sldMk cId="3215106746" sldId="271"/>
            <ac:spMk id="9" creationId="{7C6A9D4B-5EBF-476C-A9B7-BC2A8ED2386E}"/>
          </ac:spMkLst>
        </pc:spChg>
        <pc:spChg chg="del">
          <ac:chgData name="张 文轩" userId="f99d3195cb2c0d15" providerId="LiveId" clId="{2897CD4F-8A15-4AE9-8352-F200C8309F59}" dt="2020-11-21T16:54:22.413" v="1417"/>
          <ac:spMkLst>
            <pc:docMk/>
            <pc:sldMk cId="3215106746" sldId="271"/>
            <ac:spMk id="10" creationId="{253B8E5C-0FA0-4EB6-8FC6-86DBE641E246}"/>
          </ac:spMkLst>
        </pc:spChg>
        <pc:spChg chg="add mod">
          <ac:chgData name="张 文轩" userId="f99d3195cb2c0d15" providerId="LiveId" clId="{2897CD4F-8A15-4AE9-8352-F200C8309F59}" dt="2020-11-23T06:56:14.303" v="1671" actId="1076"/>
          <ac:spMkLst>
            <pc:docMk/>
            <pc:sldMk cId="3215106746" sldId="271"/>
            <ac:spMk id="10" creationId="{F612FD05-C6F9-41EF-BCE7-9063379DA78C}"/>
          </ac:spMkLst>
        </pc:spChg>
        <pc:spChg chg="add mod">
          <ac:chgData name="张 文轩" userId="f99d3195cb2c0d15" providerId="LiveId" clId="{2897CD4F-8A15-4AE9-8352-F200C8309F59}" dt="2020-11-23T06:59:39.593" v="1694" actId="1076"/>
          <ac:spMkLst>
            <pc:docMk/>
            <pc:sldMk cId="3215106746" sldId="271"/>
            <ac:spMk id="13" creationId="{92DFF929-73D0-4E53-B62D-34C2FC400572}"/>
          </ac:spMkLst>
        </pc:spChg>
        <pc:picChg chg="del mod">
          <ac:chgData name="张 文轩" userId="f99d3195cb2c0d15" providerId="LiveId" clId="{2897CD4F-8A15-4AE9-8352-F200C8309F59}" dt="2020-11-23T06:17:29.744" v="1427" actId="478"/>
          <ac:picMkLst>
            <pc:docMk/>
            <pc:sldMk cId="3215106746" sldId="271"/>
            <ac:picMk id="4" creationId="{DF1AD20A-7349-44BA-8188-C1B3CFC41826}"/>
          </ac:picMkLst>
        </pc:picChg>
        <pc:picChg chg="add mod">
          <ac:chgData name="张 文轩" userId="f99d3195cb2c0d15" providerId="LiveId" clId="{2897CD4F-8A15-4AE9-8352-F200C8309F59}" dt="2020-11-23T06:47:30.170" v="1617" actId="14100"/>
          <ac:picMkLst>
            <pc:docMk/>
            <pc:sldMk cId="3215106746" sldId="271"/>
            <ac:picMk id="5" creationId="{61E035BE-6195-46EC-946A-64113DE3CAFC}"/>
          </ac:picMkLst>
        </pc:picChg>
        <pc:picChg chg="add del mod">
          <ac:chgData name="张 文轩" userId="f99d3195cb2c0d15" providerId="LiveId" clId="{2897CD4F-8A15-4AE9-8352-F200C8309F59}" dt="2020-11-23T06:17:07.956" v="1425" actId="931"/>
          <ac:picMkLst>
            <pc:docMk/>
            <pc:sldMk cId="3215106746" sldId="271"/>
            <ac:picMk id="6" creationId="{C64C4DD1-AF70-4C0B-805B-7F99598A4BCC}"/>
          </ac:picMkLst>
        </pc:picChg>
        <pc:picChg chg="add del mod">
          <ac:chgData name="张 文轩" userId="f99d3195cb2c0d15" providerId="LiveId" clId="{2897CD4F-8A15-4AE9-8352-F200C8309F59}" dt="2020-11-23T06:52:29.559" v="1651" actId="478"/>
          <ac:picMkLst>
            <pc:docMk/>
            <pc:sldMk cId="3215106746" sldId="271"/>
            <ac:picMk id="8" creationId="{C6C302EF-88AF-48DE-BFA9-DE9A0849CB11}"/>
          </ac:picMkLst>
        </pc:picChg>
        <pc:picChg chg="add mod">
          <ac:chgData name="张 文轩" userId="f99d3195cb2c0d15" providerId="LiveId" clId="{2897CD4F-8A15-4AE9-8352-F200C8309F59}" dt="2020-11-23T06:54:50.032" v="1670" actId="14100"/>
          <ac:picMkLst>
            <pc:docMk/>
            <pc:sldMk cId="3215106746" sldId="271"/>
            <ac:picMk id="12" creationId="{983D8726-B331-4E91-8008-FE5DCA1589B1}"/>
          </ac:picMkLst>
        </pc:picChg>
      </pc:sldChg>
      <pc:sldChg chg="modSp">
        <pc:chgData name="张 文轩" userId="f99d3195cb2c0d15" providerId="LiveId" clId="{2897CD4F-8A15-4AE9-8352-F200C8309F59}" dt="2020-11-26T00:10:33.703" v="1812" actId="20577"/>
        <pc:sldMkLst>
          <pc:docMk/>
          <pc:sldMk cId="1541715926" sldId="272"/>
        </pc:sldMkLst>
        <pc:spChg chg="mod">
          <ac:chgData name="张 文轩" userId="f99d3195cb2c0d15" providerId="LiveId" clId="{2897CD4F-8A15-4AE9-8352-F200C8309F59}" dt="2020-11-26T00:10:33.703" v="1812" actId="20577"/>
          <ac:spMkLst>
            <pc:docMk/>
            <pc:sldMk cId="1541715926" sldId="272"/>
            <ac:spMk id="16" creationId="{311DE74D-0AF5-48AF-A4C0-0CBC63AEB557}"/>
          </ac:spMkLst>
        </pc:spChg>
      </pc:sldChg>
      <pc:sldChg chg="delSp mod">
        <pc:chgData name="张 文轩" userId="f99d3195cb2c0d15" providerId="LiveId" clId="{2897CD4F-8A15-4AE9-8352-F200C8309F59}" dt="2020-11-23T07:54:29.689" v="1740" actId="478"/>
        <pc:sldMkLst>
          <pc:docMk/>
          <pc:sldMk cId="3327623750" sldId="273"/>
        </pc:sldMkLst>
        <pc:spChg chg="del">
          <ac:chgData name="张 文轩" userId="f99d3195cb2c0d15" providerId="LiveId" clId="{2897CD4F-8A15-4AE9-8352-F200C8309F59}" dt="2020-11-23T07:54:29.689" v="1740" actId="478"/>
          <ac:spMkLst>
            <pc:docMk/>
            <pc:sldMk cId="3327623750" sldId="273"/>
            <ac:spMk id="10" creationId="{253B8E5C-0FA0-4EB6-8FC6-86DBE641E246}"/>
          </ac:spMkLst>
        </pc:spChg>
      </pc:sldChg>
      <pc:sldChg chg="modSp mod">
        <pc:chgData name="张 文轩" userId="f99d3195cb2c0d15" providerId="LiveId" clId="{2897CD4F-8A15-4AE9-8352-F200C8309F59}" dt="2020-11-26T00:26:04.820" v="1817" actId="14100"/>
        <pc:sldMkLst>
          <pc:docMk/>
          <pc:sldMk cId="1199786319" sldId="276"/>
        </pc:sldMkLst>
        <pc:graphicFrameChg chg="mod modGraphic">
          <ac:chgData name="张 文轩" userId="f99d3195cb2c0d15" providerId="LiveId" clId="{2897CD4F-8A15-4AE9-8352-F200C8309F59}" dt="2020-11-26T00:26:04.820" v="1817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  <pc:docChgLst>
    <pc:chgData name="张 文轩" userId="f99d3195cb2c0d15" providerId="LiveId" clId="{ACB6889A-49B5-469F-A666-524A13055516}"/>
    <pc:docChg chg="undo custSel addSld delSld modSld">
      <pc:chgData name="张 文轩" userId="f99d3195cb2c0d15" providerId="LiveId" clId="{ACB6889A-49B5-469F-A666-524A13055516}" dt="2020-12-01T07:26:36.795" v="4219" actId="20577"/>
      <pc:docMkLst>
        <pc:docMk/>
      </pc:docMkLst>
      <pc:sldChg chg="modSp mod">
        <pc:chgData name="张 文轩" userId="f99d3195cb2c0d15" providerId="LiveId" clId="{ACB6889A-49B5-469F-A666-524A13055516}" dt="2020-11-21T14:13:20.155" v="59" actId="20577"/>
        <pc:sldMkLst>
          <pc:docMk/>
          <pc:sldMk cId="1768941005" sldId="256"/>
        </pc:sldMkLst>
        <pc:spChg chg="mod">
          <ac:chgData name="张 文轩" userId="f99d3195cb2c0d15" providerId="LiveId" clId="{ACB6889A-49B5-469F-A666-524A13055516}" dt="2020-11-21T14:13:20.155" v="59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ACB6889A-49B5-469F-A666-524A13055516}" dt="2020-11-21T14:12:40.873" v="54" actId="20577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mod">
        <pc:chgData name="张 文轩" userId="f99d3195cb2c0d15" providerId="LiveId" clId="{ACB6889A-49B5-469F-A666-524A13055516}" dt="2020-11-25T01:39:57.495" v="4083" actId="207"/>
        <pc:sldMkLst>
          <pc:docMk/>
          <pc:sldMk cId="831083259" sldId="257"/>
        </pc:sldMkLst>
        <pc:spChg chg="mod">
          <ac:chgData name="张 文轩" userId="f99d3195cb2c0d15" providerId="LiveId" clId="{ACB6889A-49B5-469F-A666-524A13055516}" dt="2020-11-25T01:39:57.495" v="4083" actId="207"/>
          <ac:spMkLst>
            <pc:docMk/>
            <pc:sldMk cId="831083259" sldId="257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1-24T12:43:38.043" v="3508" actId="1076"/>
          <ac:spMkLst>
            <pc:docMk/>
            <pc:sldMk cId="831083259" sldId="257"/>
            <ac:spMk id="16" creationId="{81264AFB-CB08-445F-8F5B-714DD8ABD629}"/>
          </ac:spMkLst>
        </pc:spChg>
        <pc:picChg chg="mod">
          <ac:chgData name="张 文轩" userId="f99d3195cb2c0d15" providerId="LiveId" clId="{ACB6889A-49B5-469F-A666-524A13055516}" dt="2020-11-24T12:42:31.803" v="3499" actId="14100"/>
          <ac:picMkLst>
            <pc:docMk/>
            <pc:sldMk cId="831083259" sldId="257"/>
            <ac:picMk id="4" creationId="{A4B297C1-F037-4CE9-87E5-843430462031}"/>
          </ac:picMkLst>
        </pc:picChg>
        <pc:picChg chg="add del mod">
          <ac:chgData name="张 文轩" userId="f99d3195cb2c0d15" providerId="LiveId" clId="{ACB6889A-49B5-469F-A666-524A13055516}" dt="2020-11-24T08:41:52.188" v="1794" actId="478"/>
          <ac:picMkLst>
            <pc:docMk/>
            <pc:sldMk cId="831083259" sldId="257"/>
            <ac:picMk id="5" creationId="{C5154BDD-BC7E-4FAD-AAF5-228A3FAA7972}"/>
          </ac:picMkLst>
        </pc:picChg>
        <pc:picChg chg="add del mod">
          <ac:chgData name="张 文轩" userId="f99d3195cb2c0d15" providerId="LiveId" clId="{ACB6889A-49B5-469F-A666-524A13055516}" dt="2020-11-24T08:42:04.510" v="1796" actId="478"/>
          <ac:picMkLst>
            <pc:docMk/>
            <pc:sldMk cId="831083259" sldId="257"/>
            <ac:picMk id="7" creationId="{55741FD2-5826-4CCC-A81A-DAEF53978FC3}"/>
          </ac:picMkLst>
        </pc:picChg>
        <pc:picChg chg="mod">
          <ac:chgData name="张 文轩" userId="f99d3195cb2c0d15" providerId="LiveId" clId="{ACB6889A-49B5-469F-A666-524A13055516}" dt="2020-11-24T12:42:43.267" v="3501" actId="1076"/>
          <ac:picMkLst>
            <pc:docMk/>
            <pc:sldMk cId="831083259" sldId="257"/>
            <ac:picMk id="8" creationId="{97C546E8-179F-4596-9BE9-B762C31AA4C0}"/>
          </ac:picMkLst>
        </pc:picChg>
        <pc:picChg chg="add del mod">
          <ac:chgData name="张 文轩" userId="f99d3195cb2c0d15" providerId="LiveId" clId="{ACB6889A-49B5-469F-A666-524A13055516}" dt="2020-11-24T08:42:14.919" v="1798" actId="478"/>
          <ac:picMkLst>
            <pc:docMk/>
            <pc:sldMk cId="831083259" sldId="257"/>
            <ac:picMk id="11" creationId="{B9C87564-1A62-4901-826D-F02FB9CAE6F7}"/>
          </ac:picMkLst>
        </pc:picChg>
        <pc:picChg chg="add mod">
          <ac:chgData name="张 文轩" userId="f99d3195cb2c0d15" providerId="LiveId" clId="{ACB6889A-49B5-469F-A666-524A13055516}" dt="2020-11-24T12:43:33.451" v="3507" actId="1076"/>
          <ac:picMkLst>
            <pc:docMk/>
            <pc:sldMk cId="831083259" sldId="257"/>
            <ac:picMk id="13" creationId="{9DD8E6F8-483F-4BF6-8F43-0CF2250BCE4C}"/>
          </ac:picMkLst>
        </pc:picChg>
        <pc:picChg chg="add mod">
          <ac:chgData name="张 文轩" userId="f99d3195cb2c0d15" providerId="LiveId" clId="{ACB6889A-49B5-469F-A666-524A13055516}" dt="2020-11-24T12:42:38.099" v="3500" actId="1076"/>
          <ac:picMkLst>
            <pc:docMk/>
            <pc:sldMk cId="831083259" sldId="257"/>
            <ac:picMk id="15" creationId="{BC26670C-9579-472C-B6A0-806C2161C01C}"/>
          </ac:picMkLst>
        </pc:picChg>
      </pc:sldChg>
      <pc:sldChg chg="addSp modSp mod">
        <pc:chgData name="张 文轩" userId="f99d3195cb2c0d15" providerId="LiveId" clId="{ACB6889A-49B5-469F-A666-524A13055516}" dt="2020-11-25T07:01:41.022" v="4134" actId="1036"/>
        <pc:sldMkLst>
          <pc:docMk/>
          <pc:sldMk cId="1499674974" sldId="261"/>
        </pc:sldMkLst>
        <pc:spChg chg="mod">
          <ac:chgData name="张 文轩" userId="f99d3195cb2c0d15" providerId="LiveId" clId="{ACB6889A-49B5-469F-A666-524A13055516}" dt="2020-11-25T01:37:01.988" v="4039" actId="207"/>
          <ac:spMkLst>
            <pc:docMk/>
            <pc:sldMk cId="1499674974" sldId="261"/>
            <ac:spMk id="4" creationId="{65FEE5FC-74A8-4DD1-B9F9-814669115DE8}"/>
          </ac:spMkLst>
        </pc:spChg>
        <pc:spChg chg="mod">
          <ac:chgData name="张 文轩" userId="f99d3195cb2c0d15" providerId="LiveId" clId="{ACB6889A-49B5-469F-A666-524A13055516}" dt="2020-11-21T14:22:18.718" v="186" actId="1076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ACB6889A-49B5-469F-A666-524A13055516}" dt="2020-11-24T06:29:33.208" v="1174" actId="14100"/>
          <ac:spMkLst>
            <pc:docMk/>
            <pc:sldMk cId="1499674974" sldId="261"/>
            <ac:spMk id="9" creationId="{66F38E44-2B3F-491F-823C-105D78B6BEB3}"/>
          </ac:spMkLst>
        </pc:spChg>
        <pc:spChg chg="add mod">
          <ac:chgData name="张 文轩" userId="f99d3195cb2c0d15" providerId="LiveId" clId="{ACB6889A-49B5-469F-A666-524A13055516}" dt="2020-11-25T07:01:31.704" v="4128" actId="1076"/>
          <ac:spMkLst>
            <pc:docMk/>
            <pc:sldMk cId="1499674974" sldId="261"/>
            <ac:spMk id="13" creationId="{8348F020-B27C-4185-9D41-7B1A9DA57C87}"/>
          </ac:spMkLst>
        </pc:spChg>
        <pc:spChg chg="mod">
          <ac:chgData name="张 文轩" userId="f99d3195cb2c0d15" providerId="LiveId" clId="{ACB6889A-49B5-469F-A666-524A13055516}" dt="2020-11-21T14:22:38.210" v="188" actId="20577"/>
          <ac:spMkLst>
            <pc:docMk/>
            <pc:sldMk cId="1499674974" sldId="261"/>
            <ac:spMk id="15" creationId="{A26F2C2A-1570-46C8-AD9D-56E7D3576DD3}"/>
          </ac:spMkLst>
        </pc:spChg>
        <pc:spChg chg="mod">
          <ac:chgData name="张 文轩" userId="f99d3195cb2c0d15" providerId="LiveId" clId="{ACB6889A-49B5-469F-A666-524A13055516}" dt="2020-11-21T14:22:33.481" v="187" actId="1076"/>
          <ac:spMkLst>
            <pc:docMk/>
            <pc:sldMk cId="1499674974" sldId="261"/>
            <ac:spMk id="18" creationId="{44AF34AA-F9AD-42CC-8867-05B493017B38}"/>
          </ac:spMkLst>
        </pc:spChg>
        <pc:cxnChg chg="add mod">
          <ac:chgData name="张 文轩" userId="f99d3195cb2c0d15" providerId="LiveId" clId="{ACB6889A-49B5-469F-A666-524A13055516}" dt="2020-11-25T07:01:41.022" v="4134" actId="1036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modSp mod">
        <pc:chgData name="张 文轩" userId="f99d3195cb2c0d15" providerId="LiveId" clId="{ACB6889A-49B5-469F-A666-524A13055516}" dt="2020-11-21T14:26:33.145" v="205" actId="207"/>
        <pc:sldMkLst>
          <pc:docMk/>
          <pc:sldMk cId="3295466074" sldId="262"/>
        </pc:sldMkLst>
        <pc:spChg chg="mod">
          <ac:chgData name="张 文轩" userId="f99d3195cb2c0d15" providerId="LiveId" clId="{ACB6889A-49B5-469F-A666-524A13055516}" dt="2020-10-22T08:55:29.760" v="40" actId="20577"/>
          <ac:spMkLst>
            <pc:docMk/>
            <pc:sldMk cId="3295466074" sldId="262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1-21T14:26:28.673" v="204" actId="207"/>
          <ac:spMkLst>
            <pc:docMk/>
            <pc:sldMk cId="3295466074" sldId="262"/>
            <ac:spMk id="4" creationId="{23CDB486-04D6-4552-BE85-6200EF52C8F9}"/>
          </ac:spMkLst>
        </pc:spChg>
        <pc:spChg chg="mod">
          <ac:chgData name="张 文轩" userId="f99d3195cb2c0d15" providerId="LiveId" clId="{ACB6889A-49B5-469F-A666-524A13055516}" dt="2020-11-21T14:26:33.145" v="205" actId="207"/>
          <ac:spMkLst>
            <pc:docMk/>
            <pc:sldMk cId="3295466074" sldId="262"/>
            <ac:spMk id="12" creationId="{4E31A777-4642-426F-8233-8EAEF3DA7446}"/>
          </ac:spMkLst>
        </pc:spChg>
      </pc:sldChg>
      <pc:sldChg chg="addSp delSp modSp mod">
        <pc:chgData name="张 文轩" userId="f99d3195cb2c0d15" providerId="LiveId" clId="{ACB6889A-49B5-469F-A666-524A13055516}" dt="2020-11-21T16:05:35.515" v="1161" actId="1076"/>
        <pc:sldMkLst>
          <pc:docMk/>
          <pc:sldMk cId="3905351228" sldId="263"/>
        </pc:sldMkLst>
        <pc:spChg chg="mod">
          <ac:chgData name="张 文轩" userId="f99d3195cb2c0d15" providerId="LiveId" clId="{ACB6889A-49B5-469F-A666-524A13055516}" dt="2020-11-21T14:54:32.433" v="411" actId="20577"/>
          <ac:spMkLst>
            <pc:docMk/>
            <pc:sldMk cId="3905351228" sldId="26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1T15:44:42.713" v="942" actId="1076"/>
          <ac:spMkLst>
            <pc:docMk/>
            <pc:sldMk cId="3905351228" sldId="263"/>
            <ac:spMk id="4" creationId="{15FCAAF3-A5F3-492E-B388-E3026181AB89}"/>
          </ac:spMkLst>
        </pc:spChg>
        <pc:spChg chg="add mod">
          <ac:chgData name="张 文轩" userId="f99d3195cb2c0d15" providerId="LiveId" clId="{ACB6889A-49B5-469F-A666-524A13055516}" dt="2020-11-21T16:05:04.616" v="1159" actId="1076"/>
          <ac:spMkLst>
            <pc:docMk/>
            <pc:sldMk cId="3905351228" sldId="263"/>
            <ac:spMk id="5" creationId="{4584AA72-CB15-4733-9EA3-1A3E410A3075}"/>
          </ac:spMkLst>
        </pc:spChg>
        <pc:spChg chg="add del mod">
          <ac:chgData name="张 文轩" userId="f99d3195cb2c0d15" providerId="LiveId" clId="{ACB6889A-49B5-469F-A666-524A13055516}" dt="2020-11-21T14:59:30.621" v="459" actId="478"/>
          <ac:spMkLst>
            <pc:docMk/>
            <pc:sldMk cId="3905351228" sldId="263"/>
            <ac:spMk id="6" creationId="{AA26920B-6C22-444C-8197-29AE2A87286B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7" creationId="{F810C5B5-D5AE-41BF-84B4-8028D952B848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8" creationId="{39B901A1-61D6-42A9-94D8-CE4B13975F66}"/>
          </ac:spMkLst>
        </pc:spChg>
        <pc:spChg chg="add del mod">
          <ac:chgData name="张 文轩" userId="f99d3195cb2c0d15" providerId="LiveId" clId="{ACB6889A-49B5-469F-A666-524A13055516}" dt="2020-11-21T15:00:21.738" v="462" actId="478"/>
          <ac:spMkLst>
            <pc:docMk/>
            <pc:sldMk cId="3905351228" sldId="263"/>
            <ac:spMk id="9" creationId="{5C1842EA-CC5D-4121-9658-979E76491139}"/>
          </ac:spMkLst>
        </pc:spChg>
        <pc:spChg chg="del">
          <ac:chgData name="张 文轩" userId="f99d3195cb2c0d15" providerId="LiveId" clId="{ACB6889A-49B5-469F-A666-524A13055516}" dt="2020-11-21T14:46:46.778" v="206" actId="478"/>
          <ac:spMkLst>
            <pc:docMk/>
            <pc:sldMk cId="3905351228" sldId="263"/>
            <ac:spMk id="10" creationId="{253B8E5C-0FA0-4EB6-8FC6-86DBE641E246}"/>
          </ac:spMkLst>
        </pc:spChg>
        <pc:spChg chg="add del mod">
          <ac:chgData name="张 文轩" userId="f99d3195cb2c0d15" providerId="LiveId" clId="{ACB6889A-49B5-469F-A666-524A13055516}" dt="2020-11-21T15:02:01.674" v="467" actId="478"/>
          <ac:spMkLst>
            <pc:docMk/>
            <pc:sldMk cId="3905351228" sldId="263"/>
            <ac:spMk id="12" creationId="{3FB8F672-5E32-476A-9D98-B4EC2D0B94EC}"/>
          </ac:spMkLst>
        </pc:spChg>
        <pc:spChg chg="add mod">
          <ac:chgData name="张 文轩" userId="f99d3195cb2c0d15" providerId="LiveId" clId="{ACB6889A-49B5-469F-A666-524A13055516}" dt="2020-11-21T16:05:01.906" v="1157" actId="1076"/>
          <ac:spMkLst>
            <pc:docMk/>
            <pc:sldMk cId="3905351228" sldId="263"/>
            <ac:spMk id="13" creationId="{03FFD942-1A4D-4263-87C8-FE87DC8B297B}"/>
          </ac:spMkLst>
        </pc:spChg>
        <pc:spChg chg="add del mod">
          <ac:chgData name="张 文轩" userId="f99d3195cb2c0d15" providerId="LiveId" clId="{ACB6889A-49B5-469F-A666-524A13055516}" dt="2020-11-21T15:39:15.914" v="910" actId="478"/>
          <ac:spMkLst>
            <pc:docMk/>
            <pc:sldMk cId="3905351228" sldId="263"/>
            <ac:spMk id="16" creationId="{44D8281E-7B1E-435A-A6F2-862A112E6B36}"/>
          </ac:spMkLst>
        </pc:spChg>
        <pc:spChg chg="add del mod">
          <ac:chgData name="张 文轩" userId="f99d3195cb2c0d15" providerId="LiveId" clId="{ACB6889A-49B5-469F-A666-524A13055516}" dt="2020-11-21T15:40:04.874" v="921" actId="478"/>
          <ac:spMkLst>
            <pc:docMk/>
            <pc:sldMk cId="3905351228" sldId="263"/>
            <ac:spMk id="17" creationId="{E93EE941-83CA-41DE-AA32-52AA59623C4E}"/>
          </ac:spMkLst>
        </pc:spChg>
        <pc:spChg chg="add del mod">
          <ac:chgData name="张 文轩" userId="f99d3195cb2c0d15" providerId="LiveId" clId="{ACB6889A-49B5-469F-A666-524A13055516}" dt="2020-11-21T15:41:43.353" v="928" actId="478"/>
          <ac:spMkLst>
            <pc:docMk/>
            <pc:sldMk cId="3905351228" sldId="263"/>
            <ac:spMk id="18" creationId="{ED9335A3-B5D2-4BA8-AF61-C12D4C506B9A}"/>
          </ac:spMkLst>
        </pc:spChg>
        <pc:spChg chg="add del mod">
          <ac:chgData name="张 文轩" userId="f99d3195cb2c0d15" providerId="LiveId" clId="{ACB6889A-49B5-469F-A666-524A13055516}" dt="2020-11-21T15:41:56.619" v="932" actId="478"/>
          <ac:spMkLst>
            <pc:docMk/>
            <pc:sldMk cId="3905351228" sldId="263"/>
            <ac:spMk id="19" creationId="{546F6311-3013-4B92-B8BA-6296C77A584B}"/>
          </ac:spMkLst>
        </pc:spChg>
        <pc:spChg chg="add del mod">
          <ac:chgData name="张 文轩" userId="f99d3195cb2c0d15" providerId="LiveId" clId="{ACB6889A-49B5-469F-A666-524A13055516}" dt="2020-11-21T15:45:00.621" v="948" actId="478"/>
          <ac:spMkLst>
            <pc:docMk/>
            <pc:sldMk cId="3905351228" sldId="263"/>
            <ac:spMk id="20" creationId="{0BA4BAE1-B38A-4860-BC29-4D8714E9B252}"/>
          </ac:spMkLst>
        </pc:spChg>
        <pc:spChg chg="add del mod">
          <ac:chgData name="张 文轩" userId="f99d3195cb2c0d15" providerId="LiveId" clId="{ACB6889A-49B5-469F-A666-524A13055516}" dt="2020-11-21T15:44:58.654" v="947" actId="478"/>
          <ac:spMkLst>
            <pc:docMk/>
            <pc:sldMk cId="3905351228" sldId="263"/>
            <ac:spMk id="21" creationId="{E3DF49F8-89DE-49D8-8CB5-8ED9E9543456}"/>
          </ac:spMkLst>
        </pc:spChg>
        <pc:spChg chg="add mod">
          <ac:chgData name="张 文轩" userId="f99d3195cb2c0d15" providerId="LiveId" clId="{ACB6889A-49B5-469F-A666-524A13055516}" dt="2020-11-21T16:05:35.515" v="1161" actId="1076"/>
          <ac:spMkLst>
            <pc:docMk/>
            <pc:sldMk cId="3905351228" sldId="263"/>
            <ac:spMk id="22" creationId="{A1A2BAF4-3F9D-4D45-8FBD-1FEF7E0DB420}"/>
          </ac:spMkLst>
        </pc:spChg>
        <pc:spChg chg="add mod">
          <ac:chgData name="张 文轩" userId="f99d3195cb2c0d15" providerId="LiveId" clId="{ACB6889A-49B5-469F-A666-524A13055516}" dt="2020-11-21T16:04:35.871" v="1150" actId="1076"/>
          <ac:spMkLst>
            <pc:docMk/>
            <pc:sldMk cId="3905351228" sldId="263"/>
            <ac:spMk id="23" creationId="{FA4D6678-0923-4C51-BA3D-D4532787545D}"/>
          </ac:spMkLst>
        </pc:spChg>
        <pc:graphicFrameChg chg="add mod modGraphic">
          <ac:chgData name="张 文轩" userId="f99d3195cb2c0d15" providerId="LiveId" clId="{ACB6889A-49B5-469F-A666-524A13055516}" dt="2020-11-21T15:44:25.227" v="939" actId="14100"/>
          <ac:graphicFrameMkLst>
            <pc:docMk/>
            <pc:sldMk cId="3905351228" sldId="263"/>
            <ac:graphicFrameMk id="11" creationId="{7EDB64A2-26DD-4039-8DE9-7A907F243D1A}"/>
          </ac:graphicFrameMkLst>
        </pc:graphicFrameChg>
        <pc:graphicFrameChg chg="add mod modGraphic">
          <ac:chgData name="张 文轩" userId="f99d3195cb2c0d15" providerId="LiveId" clId="{ACB6889A-49B5-469F-A666-524A13055516}" dt="2020-11-21T15:44:19.630" v="938" actId="1076"/>
          <ac:graphicFrameMkLst>
            <pc:docMk/>
            <pc:sldMk cId="3905351228" sldId="263"/>
            <ac:graphicFrameMk id="14" creationId="{D6212D61-177F-4511-92AF-2C3788FE6187}"/>
          </ac:graphicFrameMkLst>
        </pc:graphicFrameChg>
        <pc:graphicFrameChg chg="add mod modGraphic">
          <ac:chgData name="张 文轩" userId="f99d3195cb2c0d15" providerId="LiveId" clId="{ACB6889A-49B5-469F-A666-524A13055516}" dt="2020-11-21T15:44:13.103" v="937"/>
          <ac:graphicFrameMkLst>
            <pc:docMk/>
            <pc:sldMk cId="3905351228" sldId="263"/>
            <ac:graphicFrameMk id="15" creationId="{6495AE60-CEDE-4CA8-894D-CD3C10AC8E50}"/>
          </ac:graphicFrameMkLst>
        </pc:graphicFrameChg>
      </pc:sldChg>
      <pc:sldChg chg="del">
        <pc:chgData name="张 文轩" userId="f99d3195cb2c0d15" providerId="LiveId" clId="{ACB6889A-49B5-469F-A666-524A13055516}" dt="2020-11-21T15:53:20.514" v="1001" actId="47"/>
        <pc:sldMkLst>
          <pc:docMk/>
          <pc:sldMk cId="3595787667" sldId="267"/>
        </pc:sldMkLst>
      </pc:sldChg>
      <pc:sldChg chg="addSp delSp modSp mod">
        <pc:chgData name="张 文轩" userId="f99d3195cb2c0d15" providerId="LiveId" clId="{ACB6889A-49B5-469F-A666-524A13055516}" dt="2020-11-25T01:41:13.555" v="4098" actId="1076"/>
        <pc:sldMkLst>
          <pc:docMk/>
          <pc:sldMk cId="3118143486" sldId="268"/>
        </pc:sldMkLst>
        <pc:spChg chg="add mod">
          <ac:chgData name="张 文轩" userId="f99d3195cb2c0d15" providerId="LiveId" clId="{ACB6889A-49B5-469F-A666-524A13055516}" dt="2020-11-25T01:40:54.320" v="4090" actId="1076"/>
          <ac:spMkLst>
            <pc:docMk/>
            <pc:sldMk cId="3118143486" sldId="268"/>
            <ac:spMk id="8" creationId="{5D169266-432A-4F8B-8040-30B2DEC91EB3}"/>
          </ac:spMkLst>
        </pc:spChg>
        <pc:spChg chg="mod">
          <ac:chgData name="张 文轩" userId="f99d3195cb2c0d15" providerId="LiveId" clId="{ACB6889A-49B5-469F-A666-524A13055516}" dt="2020-11-25T01:40:07.609" v="4085" actId="1076"/>
          <ac:spMkLst>
            <pc:docMk/>
            <pc:sldMk cId="3118143486" sldId="268"/>
            <ac:spMk id="10" creationId="{253B8E5C-0FA0-4EB6-8FC6-86DBE641E246}"/>
          </ac:spMkLst>
        </pc:spChg>
        <pc:picChg chg="add del mod">
          <ac:chgData name="张 文轩" userId="f99d3195cb2c0d15" providerId="LiveId" clId="{ACB6889A-49B5-469F-A666-524A13055516}" dt="2020-11-24T12:48:37.367" v="3513" actId="478"/>
          <ac:picMkLst>
            <pc:docMk/>
            <pc:sldMk cId="3118143486" sldId="268"/>
            <ac:picMk id="4" creationId="{24638905-3B83-4BD3-B7A8-BF0002054C96}"/>
          </ac:picMkLst>
        </pc:picChg>
        <pc:picChg chg="add del mod">
          <ac:chgData name="张 文轩" userId="f99d3195cb2c0d15" providerId="LiveId" clId="{ACB6889A-49B5-469F-A666-524A13055516}" dt="2020-11-25T01:39:41.799" v="4082" actId="478"/>
          <ac:picMkLst>
            <pc:docMk/>
            <pc:sldMk cId="3118143486" sldId="268"/>
            <ac:picMk id="6" creationId="{0D8FC45D-4363-442C-9656-77CEE7F29C14}"/>
          </ac:picMkLst>
        </pc:picChg>
        <pc:picChg chg="mod">
          <ac:chgData name="张 文轩" userId="f99d3195cb2c0d15" providerId="LiveId" clId="{ACB6889A-49B5-469F-A666-524A13055516}" dt="2020-11-25T01:41:05.115" v="4096" actId="1076"/>
          <ac:picMkLst>
            <pc:docMk/>
            <pc:sldMk cId="3118143486" sldId="268"/>
            <ac:picMk id="13" creationId="{73D36270-A701-4B9A-B583-41D64EC24AA2}"/>
          </ac:picMkLst>
        </pc:picChg>
        <pc:picChg chg="mod">
          <ac:chgData name="张 文轩" userId="f99d3195cb2c0d15" providerId="LiveId" clId="{ACB6889A-49B5-469F-A666-524A13055516}" dt="2020-11-25T01:41:07.170" v="4097" actId="1076"/>
          <ac:picMkLst>
            <pc:docMk/>
            <pc:sldMk cId="3118143486" sldId="268"/>
            <ac:picMk id="18" creationId="{E701EB13-7F49-4A0C-9A62-D7D04364EB7F}"/>
          </ac:picMkLst>
        </pc:picChg>
        <pc:picChg chg="mod">
          <ac:chgData name="张 文轩" userId="f99d3195cb2c0d15" providerId="LiveId" clId="{ACB6889A-49B5-469F-A666-524A13055516}" dt="2020-11-25T01:41:13.555" v="4098" actId="1076"/>
          <ac:picMkLst>
            <pc:docMk/>
            <pc:sldMk cId="3118143486" sldId="268"/>
            <ac:picMk id="20" creationId="{9128FB00-99C8-4397-B219-C517F9B902BA}"/>
          </ac:picMkLst>
        </pc:picChg>
      </pc:sldChg>
      <pc:sldChg chg="addSp delSp modSp mod">
        <pc:chgData name="张 文轩" userId="f99d3195cb2c0d15" providerId="LiveId" clId="{ACB6889A-49B5-469F-A666-524A13055516}" dt="2020-11-24T13:27:50.996" v="3677" actId="20577"/>
        <pc:sldMkLst>
          <pc:docMk/>
          <pc:sldMk cId="3835757680" sldId="269"/>
        </pc:sldMkLst>
        <pc:spChg chg="mod">
          <ac:chgData name="张 文轩" userId="f99d3195cb2c0d15" providerId="LiveId" clId="{ACB6889A-49B5-469F-A666-524A13055516}" dt="2020-11-21T14:23:16.828" v="189" actId="113"/>
          <ac:spMkLst>
            <pc:docMk/>
            <pc:sldMk cId="3835757680" sldId="269"/>
            <ac:spMk id="5" creationId="{B5623CF2-4651-43ED-887F-68A7940E6579}"/>
          </ac:spMkLst>
        </pc:spChg>
        <pc:spChg chg="mod">
          <ac:chgData name="张 文轩" userId="f99d3195cb2c0d15" providerId="LiveId" clId="{ACB6889A-49B5-469F-A666-524A13055516}" dt="2020-11-24T13:27:50.996" v="3677" actId="2057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ACB6889A-49B5-469F-A666-524A13055516}" dt="2020-11-24T11:21:15.739" v="2542" actId="2057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ACB6889A-49B5-469F-A666-524A13055516}" dt="2020-11-21T14:23:19.312" v="190" actId="113"/>
          <ac:spMkLst>
            <pc:docMk/>
            <pc:sldMk cId="3835757680" sldId="269"/>
            <ac:spMk id="9" creationId="{B84EF8C6-763D-426A-A04C-13A2ED74982B}"/>
          </ac:spMkLst>
        </pc:spChg>
        <pc:spChg chg="add del mod">
          <ac:chgData name="张 文轩" userId="f99d3195cb2c0d15" providerId="LiveId" clId="{ACB6889A-49B5-469F-A666-524A13055516}" dt="2020-11-24T13:21:50.839" v="3623" actId="478"/>
          <ac:spMkLst>
            <pc:docMk/>
            <pc:sldMk cId="3835757680" sldId="269"/>
            <ac:spMk id="10" creationId="{93D85214-B8B6-47CA-B8AF-B37125898063}"/>
          </ac:spMkLst>
        </pc:spChg>
        <pc:spChg chg="mod">
          <ac:chgData name="张 文轩" userId="f99d3195cb2c0d15" providerId="LiveId" clId="{ACB6889A-49B5-469F-A666-524A13055516}" dt="2020-11-21T14:23:43.172" v="193" actId="14100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ACB6889A-49B5-469F-A666-524A13055516}" dt="2020-11-21T14:24:03.555" v="195" actId="1076"/>
          <ac:spMkLst>
            <pc:docMk/>
            <pc:sldMk cId="3835757680" sldId="269"/>
            <ac:spMk id="20" creationId="{4091FD82-FC85-4EA1-8A4E-7ECD73266949}"/>
          </ac:spMkLst>
        </pc:spChg>
      </pc:sldChg>
      <pc:sldChg chg="addSp delSp modSp mod">
        <pc:chgData name="张 文轩" userId="f99d3195cb2c0d15" providerId="LiveId" clId="{ACB6889A-49B5-469F-A666-524A13055516}" dt="2020-11-21T16:38:22.949" v="1163" actId="1076"/>
        <pc:sldMkLst>
          <pc:docMk/>
          <pc:sldMk cId="3406235047" sldId="270"/>
        </pc:sldMkLst>
        <pc:spChg chg="del">
          <ac:chgData name="张 文轩" userId="f99d3195cb2c0d15" providerId="LiveId" clId="{ACB6889A-49B5-469F-A666-524A13055516}" dt="2020-11-21T16:38:10.887" v="1162"/>
          <ac:spMkLst>
            <pc:docMk/>
            <pc:sldMk cId="3406235047" sldId="270"/>
            <ac:spMk id="10" creationId="{253B8E5C-0FA0-4EB6-8FC6-86DBE641E246}"/>
          </ac:spMkLst>
        </pc:spChg>
        <pc:picChg chg="add mod">
          <ac:chgData name="张 文轩" userId="f99d3195cb2c0d15" providerId="LiveId" clId="{ACB6889A-49B5-469F-A666-524A13055516}" dt="2020-11-21T16:38:22.949" v="1163" actId="1076"/>
          <ac:picMkLst>
            <pc:docMk/>
            <pc:sldMk cId="3406235047" sldId="270"/>
            <ac:picMk id="4" creationId="{84DBC692-DD7F-449F-825B-573968626C2A}"/>
          </ac:picMkLst>
        </pc:picChg>
      </pc:sldChg>
      <pc:sldChg chg="addSp modSp add mod">
        <pc:chgData name="张 文轩" userId="f99d3195cb2c0d15" providerId="LiveId" clId="{ACB6889A-49B5-469F-A666-524A13055516}" dt="2020-12-01T07:26:36.795" v="4219" actId="20577"/>
        <pc:sldMkLst>
          <pc:docMk/>
          <pc:sldMk cId="3215106746" sldId="271"/>
        </pc:sldMkLst>
        <pc:spChg chg="mod">
          <ac:chgData name="张 文轩" userId="f99d3195cb2c0d15" providerId="LiveId" clId="{ACB6889A-49B5-469F-A666-524A13055516}" dt="2020-11-21T15:51:43.347" v="962" actId="20577"/>
          <ac:spMkLst>
            <pc:docMk/>
            <pc:sldMk cId="3215106746" sldId="271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2-01T07:26:36.795" v="4219" actId="20577"/>
          <ac:spMkLst>
            <pc:docMk/>
            <pc:sldMk cId="3215106746" sldId="271"/>
            <ac:spMk id="10" creationId="{F612FD05-C6F9-41EF-BCE7-9063379DA78C}"/>
          </ac:spMkLst>
        </pc:spChg>
        <pc:picChg chg="add mod">
          <ac:chgData name="张 文轩" userId="f99d3195cb2c0d15" providerId="LiveId" clId="{ACB6889A-49B5-469F-A666-524A13055516}" dt="2020-11-21T15:53:16.531" v="1000"/>
          <ac:picMkLst>
            <pc:docMk/>
            <pc:sldMk cId="3215106746" sldId="271"/>
            <ac:picMk id="4" creationId="{DF1AD20A-7349-44BA-8188-C1B3CFC41826}"/>
          </ac:picMkLst>
        </pc:picChg>
        <pc:picChg chg="mod">
          <ac:chgData name="张 文轩" userId="f99d3195cb2c0d15" providerId="LiveId" clId="{ACB6889A-49B5-469F-A666-524A13055516}" dt="2020-12-01T07:26:29.823" v="4218" actId="14100"/>
          <ac:picMkLst>
            <pc:docMk/>
            <pc:sldMk cId="3215106746" sldId="271"/>
            <ac:picMk id="5" creationId="{61E035BE-6195-46EC-946A-64113DE3CAFC}"/>
          </ac:picMkLst>
        </pc:picChg>
      </pc:sldChg>
      <pc:sldChg chg="addSp delSp modSp add mod">
        <pc:chgData name="张 文轩" userId="f99d3195cb2c0d15" providerId="LiveId" clId="{ACB6889A-49B5-469F-A666-524A13055516}" dt="2020-12-01T07:07:38.992" v="4216" actId="20577"/>
        <pc:sldMkLst>
          <pc:docMk/>
          <pc:sldMk cId="1541715926" sldId="272"/>
        </pc:sldMkLst>
        <pc:spChg chg="mod">
          <ac:chgData name="张 文轩" userId="f99d3195cb2c0d15" providerId="LiveId" clId="{ACB6889A-49B5-469F-A666-524A13055516}" dt="2020-11-24T08:36:36.562" v="1771" actId="20577"/>
          <ac:spMkLst>
            <pc:docMk/>
            <pc:sldMk cId="1541715926" sldId="272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7:38:14.050" v="1199" actId="478"/>
          <ac:spMkLst>
            <pc:docMk/>
            <pc:sldMk cId="1541715926" sldId="272"/>
            <ac:spMk id="4" creationId="{D46A962F-2A43-4C23-B09D-1B4DC93D0002}"/>
          </ac:spMkLst>
        </pc:spChg>
        <pc:spChg chg="add mod">
          <ac:chgData name="张 文轩" userId="f99d3195cb2c0d15" providerId="LiveId" clId="{ACB6889A-49B5-469F-A666-524A13055516}" dt="2020-11-24T07:54:39.759" v="1519" actId="207"/>
          <ac:spMkLst>
            <pc:docMk/>
            <pc:sldMk cId="1541715926" sldId="272"/>
            <ac:spMk id="5" creationId="{AD13B6A5-663C-4053-A53B-E434F91D9A5C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6" creationId="{18F1DD48-1DA1-469A-8260-A5951A856F98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7" creationId="{BD1C4079-0ED8-4A54-84E7-21428110D3EB}"/>
          </ac:spMkLst>
        </pc:spChg>
        <pc:spChg chg="add mod">
          <ac:chgData name="张 文轩" userId="f99d3195cb2c0d15" providerId="LiveId" clId="{ACB6889A-49B5-469F-A666-524A13055516}" dt="2020-11-24T07:52:01.218" v="1446" actId="207"/>
          <ac:spMkLst>
            <pc:docMk/>
            <pc:sldMk cId="1541715926" sldId="272"/>
            <ac:spMk id="8" creationId="{8153F4D0-01E1-430F-B8F5-3F4E9D5F1A33}"/>
          </ac:spMkLst>
        </pc:spChg>
        <pc:spChg chg="add mod">
          <ac:chgData name="张 文轩" userId="f99d3195cb2c0d15" providerId="LiveId" clId="{ACB6889A-49B5-469F-A666-524A13055516}" dt="2020-11-24T13:32:56.935" v="3753" actId="20577"/>
          <ac:spMkLst>
            <pc:docMk/>
            <pc:sldMk cId="1541715926" sldId="272"/>
            <ac:spMk id="9" creationId="{B404C861-FA16-451B-97D7-16CEF46B9AD4}"/>
          </ac:spMkLst>
        </pc:spChg>
        <pc:spChg chg="del">
          <ac:chgData name="张 文轩" userId="f99d3195cb2c0d15" providerId="LiveId" clId="{ACB6889A-49B5-469F-A666-524A13055516}" dt="2020-11-24T07:38:03.523" v="1196" actId="478"/>
          <ac:spMkLst>
            <pc:docMk/>
            <pc:sldMk cId="1541715926" sldId="272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2-01T07:07:35.252" v="4214" actId="14100"/>
          <ac:spMkLst>
            <pc:docMk/>
            <pc:sldMk cId="1541715926" sldId="272"/>
            <ac:spMk id="11" creationId="{ACACD435-37B8-4EAA-9630-E606E25544DD}"/>
          </ac:spMkLst>
        </pc:spChg>
        <pc:spChg chg="add del mod">
          <ac:chgData name="张 文轩" userId="f99d3195cb2c0d15" providerId="LiveId" clId="{ACB6889A-49B5-469F-A666-524A13055516}" dt="2020-11-25T00:22:59.425" v="3846" actId="478"/>
          <ac:spMkLst>
            <pc:docMk/>
            <pc:sldMk cId="1541715926" sldId="272"/>
            <ac:spMk id="12" creationId="{CC938737-775D-4CDE-8FA5-E8DA0D7B0D05}"/>
          </ac:spMkLst>
        </pc:spChg>
        <pc:spChg chg="add del mod">
          <ac:chgData name="张 文轩" userId="f99d3195cb2c0d15" providerId="LiveId" clId="{ACB6889A-49B5-469F-A666-524A13055516}" dt="2020-11-24T07:50:04.796" v="1421" actId="478"/>
          <ac:spMkLst>
            <pc:docMk/>
            <pc:sldMk cId="1541715926" sldId="272"/>
            <ac:spMk id="13" creationId="{8359EC16-4F53-4DD7-BC59-6FB9E54813A2}"/>
          </ac:spMkLst>
        </pc:spChg>
        <pc:spChg chg="add mod">
          <ac:chgData name="张 文轩" userId="f99d3195cb2c0d15" providerId="LiveId" clId="{ACB6889A-49B5-469F-A666-524A13055516}" dt="2020-11-25T09:11:51.314" v="4161" actId="1076"/>
          <ac:spMkLst>
            <pc:docMk/>
            <pc:sldMk cId="1541715926" sldId="272"/>
            <ac:spMk id="13" creationId="{DB176F2D-6C4C-45B0-A7C1-8661812DFF95}"/>
          </ac:spMkLst>
        </pc:spChg>
        <pc:spChg chg="add mod">
          <ac:chgData name="张 文轩" userId="f99d3195cb2c0d15" providerId="LiveId" clId="{ACB6889A-49B5-469F-A666-524A13055516}" dt="2020-12-01T07:07:38.992" v="4216" actId="20577"/>
          <ac:spMkLst>
            <pc:docMk/>
            <pc:sldMk cId="1541715926" sldId="272"/>
            <ac:spMk id="14" creationId="{3BD743C1-9F2D-4170-BA1D-E3C8611876B4}"/>
          </ac:spMkLst>
        </pc:spChg>
        <pc:spChg chg="add mod">
          <ac:chgData name="张 文轩" userId="f99d3195cb2c0d15" providerId="LiveId" clId="{ACB6889A-49B5-469F-A666-524A13055516}" dt="2020-11-25T00:27:50.900" v="3955" actId="14100"/>
          <ac:spMkLst>
            <pc:docMk/>
            <pc:sldMk cId="1541715926" sldId="272"/>
            <ac:spMk id="15" creationId="{1B14B3C4-8E89-46A2-95F0-2817169BD3A4}"/>
          </ac:spMkLst>
        </pc:spChg>
        <pc:spChg chg="add del mod">
          <ac:chgData name="张 文轩" userId="f99d3195cb2c0d15" providerId="LiveId" clId="{ACB6889A-49B5-469F-A666-524A13055516}" dt="2020-11-24T13:32:27.556" v="3749" actId="478"/>
          <ac:spMkLst>
            <pc:docMk/>
            <pc:sldMk cId="1541715926" sldId="272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5T09:10:38.541" v="4150" actId="14100"/>
          <ac:spMkLst>
            <pc:docMk/>
            <pc:sldMk cId="1541715926" sldId="272"/>
            <ac:spMk id="16" creationId="{311DE74D-0AF5-48AF-A4C0-0CBC63AEB557}"/>
          </ac:spMkLst>
        </pc:spChg>
        <pc:spChg chg="add del mod">
          <ac:chgData name="张 文轩" userId="f99d3195cb2c0d15" providerId="LiveId" clId="{ACB6889A-49B5-469F-A666-524A13055516}" dt="2020-11-24T11:24:27.664" v="2578"/>
          <ac:spMkLst>
            <pc:docMk/>
            <pc:sldMk cId="1541715926" sldId="272"/>
            <ac:spMk id="16" creationId="{4FC86FFE-3CF6-437C-A95E-A5927CAAE190}"/>
          </ac:spMkLst>
        </pc:spChg>
        <pc:spChg chg="add mod">
          <ac:chgData name="张 文轩" userId="f99d3195cb2c0d15" providerId="LiveId" clId="{ACB6889A-49B5-469F-A666-524A13055516}" dt="2020-11-24T11:25:58.050" v="2645" actId="114"/>
          <ac:spMkLst>
            <pc:docMk/>
            <pc:sldMk cId="1541715926" sldId="272"/>
            <ac:spMk id="17" creationId="{A398DADE-DD6F-4029-9276-9890CB885CC2}"/>
          </ac:spMkLst>
        </pc:spChg>
        <pc:spChg chg="add mod">
          <ac:chgData name="张 文轩" userId="f99d3195cb2c0d15" providerId="LiveId" clId="{ACB6889A-49B5-469F-A666-524A13055516}" dt="2020-11-24T13:33:33.236" v="3761" actId="14100"/>
          <ac:spMkLst>
            <pc:docMk/>
            <pc:sldMk cId="1541715926" sldId="272"/>
            <ac:spMk id="18" creationId="{A33938C7-D3CD-4AA5-B45B-12974C1DBDCA}"/>
          </ac:spMkLst>
        </pc:spChg>
      </pc:sldChg>
      <pc:sldChg chg="addSp delSp modSp add mod">
        <pc:chgData name="张 文轩" userId="f99d3195cb2c0d15" providerId="LiveId" clId="{ACB6889A-49B5-469F-A666-524A13055516}" dt="2020-11-24T13:12:30.968" v="3598" actId="207"/>
        <pc:sldMkLst>
          <pc:docMk/>
          <pc:sldMk cId="3327623750" sldId="273"/>
        </pc:sldMkLst>
        <pc:spChg chg="mod">
          <ac:chgData name="张 文轩" userId="f99d3195cb2c0d15" providerId="LiveId" clId="{ACB6889A-49B5-469F-A666-524A13055516}" dt="2020-11-21T15:53:53.212" v="1024" actId="20577"/>
          <ac:spMkLst>
            <pc:docMk/>
            <pc:sldMk cId="3327623750" sldId="27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4T13:08:23.769" v="3546" actId="14100"/>
          <ac:spMkLst>
            <pc:docMk/>
            <pc:sldMk cId="3327623750" sldId="273"/>
            <ac:spMk id="3" creationId="{6A3C8A73-AB76-4CE0-9FDB-C361AA4C0C4F}"/>
          </ac:spMkLst>
        </pc:spChg>
        <pc:spChg chg="add del mod">
          <ac:chgData name="张 文轩" userId="f99d3195cb2c0d15" providerId="LiveId" clId="{ACB6889A-49B5-469F-A666-524A13055516}" dt="2020-11-24T12:33:45.033" v="3490" actId="478"/>
          <ac:spMkLst>
            <pc:docMk/>
            <pc:sldMk cId="3327623750" sldId="273"/>
            <ac:spMk id="6" creationId="{953D93A6-925A-4A00-8598-4ACC64688EC6}"/>
          </ac:spMkLst>
        </pc:spChg>
        <pc:spChg chg="add del mod">
          <ac:chgData name="张 文轩" userId="f99d3195cb2c0d15" providerId="LiveId" clId="{ACB6889A-49B5-469F-A666-524A13055516}" dt="2020-11-24T13:09:29.319" v="3589" actId="478"/>
          <ac:spMkLst>
            <pc:docMk/>
            <pc:sldMk cId="3327623750" sldId="273"/>
            <ac:spMk id="7" creationId="{B1EC0DA2-F0BB-4AD0-91A1-D3C22A700F6F}"/>
          </ac:spMkLst>
        </pc:spChg>
        <pc:spChg chg="add mod">
          <ac:chgData name="张 文轩" userId="f99d3195cb2c0d15" providerId="LiveId" clId="{ACB6889A-49B5-469F-A666-524A13055516}" dt="2020-11-24T13:12:30.968" v="3598" actId="207"/>
          <ac:spMkLst>
            <pc:docMk/>
            <pc:sldMk cId="3327623750" sldId="273"/>
            <ac:spMk id="8" creationId="{16976BBF-CD63-4043-A323-D844A173E00C}"/>
          </ac:spMkLst>
        </pc:spChg>
        <pc:graphicFrameChg chg="add mod modGraphic">
          <ac:chgData name="张 文轩" userId="f99d3195cb2c0d15" providerId="LiveId" clId="{ACB6889A-49B5-469F-A666-524A13055516}" dt="2020-11-24T12:34:54.260" v="3492" actId="1076"/>
          <ac:graphicFrameMkLst>
            <pc:docMk/>
            <pc:sldMk cId="3327623750" sldId="273"/>
            <ac:graphicFrameMk id="4" creationId="{649E9E99-13AF-41F5-B44E-F19E5853487C}"/>
          </ac:graphicFrameMkLst>
        </pc:graphicFrameChg>
      </pc:sldChg>
      <pc:sldChg chg="add del">
        <pc:chgData name="张 文轩" userId="f99d3195cb2c0d15" providerId="LiveId" clId="{ACB6889A-49B5-469F-A666-524A13055516}" dt="2020-11-21T15:54:02.573" v="1026" actId="47"/>
        <pc:sldMkLst>
          <pc:docMk/>
          <pc:sldMk cId="1784567024" sldId="274"/>
        </pc:sldMkLst>
      </pc:sldChg>
      <pc:sldChg chg="add del">
        <pc:chgData name="张 文轩" userId="f99d3195cb2c0d15" providerId="LiveId" clId="{ACB6889A-49B5-469F-A666-524A13055516}" dt="2020-11-21T15:54:12.106" v="1029" actId="47"/>
        <pc:sldMkLst>
          <pc:docMk/>
          <pc:sldMk cId="2214758986" sldId="274"/>
        </pc:sldMkLst>
      </pc:sldChg>
      <pc:sldChg chg="addSp delSp modSp add mod">
        <pc:chgData name="张 文轩" userId="f99d3195cb2c0d15" providerId="LiveId" clId="{ACB6889A-49B5-469F-A666-524A13055516}" dt="2020-11-21T15:55:47.960" v="1096" actId="20577"/>
        <pc:sldMkLst>
          <pc:docMk/>
          <pc:sldMk cId="1295188784" sldId="275"/>
        </pc:sldMkLst>
        <pc:spChg chg="mod">
          <ac:chgData name="张 文轩" userId="f99d3195cb2c0d15" providerId="LiveId" clId="{ACB6889A-49B5-469F-A666-524A13055516}" dt="2020-11-21T15:55:47.960" v="1096" actId="20577"/>
          <ac:spMkLst>
            <pc:docMk/>
            <pc:sldMk cId="1295188784" sldId="275"/>
            <ac:spMk id="2" creationId="{5CBBA732-8C0E-4F74-9A64-A8C6AFC939EA}"/>
          </ac:spMkLst>
        </pc:spChg>
        <pc:spChg chg="del">
          <ac:chgData name="张 文轩" userId="f99d3195cb2c0d15" providerId="LiveId" clId="{ACB6889A-49B5-469F-A666-524A13055516}" dt="2020-11-21T15:54:25.399" v="1043" actId="478"/>
          <ac:spMkLst>
            <pc:docMk/>
            <pc:sldMk cId="1295188784" sldId="275"/>
            <ac:spMk id="3" creationId="{24A9560B-DF9C-484E-9E0A-69AD6889D6DA}"/>
          </ac:spMkLst>
        </pc:spChg>
        <pc:spChg chg="add del mod">
          <ac:chgData name="张 文轩" userId="f99d3195cb2c0d15" providerId="LiveId" clId="{ACB6889A-49B5-469F-A666-524A13055516}" dt="2020-11-21T15:54:27.939" v="1044" actId="478"/>
          <ac:spMkLst>
            <pc:docMk/>
            <pc:sldMk cId="1295188784" sldId="275"/>
            <ac:spMk id="5" creationId="{B79A94D9-F1C6-49DB-BA0C-049CAF062FB3}"/>
          </ac:spMkLst>
        </pc:spChg>
      </pc:sldChg>
      <pc:sldChg chg="addSp delSp modSp add mod">
        <pc:chgData name="张 文轩" userId="f99d3195cb2c0d15" providerId="LiveId" clId="{ACB6889A-49B5-469F-A666-524A13055516}" dt="2020-11-26T01:15:37.812" v="4163" actId="14100"/>
        <pc:sldMkLst>
          <pc:docMk/>
          <pc:sldMk cId="1199786319" sldId="276"/>
        </pc:sldMkLst>
        <pc:spChg chg="mod">
          <ac:chgData name="张 文轩" userId="f99d3195cb2c0d15" providerId="LiveId" clId="{ACB6889A-49B5-469F-A666-524A13055516}" dt="2020-11-24T08:37:07.140" v="1791" actId="20577"/>
          <ac:spMkLst>
            <pc:docMk/>
            <pc:sldMk cId="1199786319" sldId="276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9:16:33.670" v="2174" actId="478"/>
          <ac:spMkLst>
            <pc:docMk/>
            <pc:sldMk cId="1199786319" sldId="276"/>
            <ac:spMk id="3" creationId="{61CE5DDA-0756-4F05-8662-B9426118516F}"/>
          </ac:spMkLst>
        </pc:spChg>
        <pc:spChg chg="mod">
          <ac:chgData name="张 文轩" userId="f99d3195cb2c0d15" providerId="LiveId" clId="{ACB6889A-49B5-469F-A666-524A13055516}" dt="2020-11-24T09:00:20.579" v="1991" actId="20577"/>
          <ac:spMkLst>
            <pc:docMk/>
            <pc:sldMk cId="1199786319" sldId="276"/>
            <ac:spMk id="5" creationId="{AD13B6A5-663C-4053-A53B-E434F91D9A5C}"/>
          </ac:spMkLst>
        </pc:spChg>
        <pc:spChg chg="mod">
          <ac:chgData name="张 文轩" userId="f99d3195cb2c0d15" providerId="LiveId" clId="{ACB6889A-49B5-469F-A666-524A13055516}" dt="2020-11-24T13:28:48.026" v="3698" actId="20577"/>
          <ac:spMkLst>
            <pc:docMk/>
            <pc:sldMk cId="1199786319" sldId="276"/>
            <ac:spMk id="8" creationId="{8153F4D0-01E1-430F-B8F5-3F4E9D5F1A33}"/>
          </ac:spMkLst>
        </pc:spChg>
        <pc:spChg chg="del">
          <ac:chgData name="张 文轩" userId="f99d3195cb2c0d15" providerId="LiveId" clId="{ACB6889A-49B5-469F-A666-524A13055516}" dt="2020-11-24T09:00:26.771" v="1992" actId="478"/>
          <ac:spMkLst>
            <pc:docMk/>
            <pc:sldMk cId="1199786319" sldId="276"/>
            <ac:spMk id="9" creationId="{B404C861-FA16-451B-97D7-16CEF46B9AD4}"/>
          </ac:spMkLst>
        </pc:spChg>
        <pc:spChg chg="mod">
          <ac:chgData name="张 文轩" userId="f99d3195cb2c0d15" providerId="LiveId" clId="{ACB6889A-49B5-469F-A666-524A13055516}" dt="2020-11-25T07:30:23.067" v="4138" actId="1076"/>
          <ac:spMkLst>
            <pc:docMk/>
            <pc:sldMk cId="1199786319" sldId="276"/>
            <ac:spMk id="11" creationId="{ACACD435-37B8-4EAA-9630-E606E25544DD}"/>
          </ac:spMkLst>
        </pc:spChg>
        <pc:spChg chg="add mod">
          <ac:chgData name="张 文轩" userId="f99d3195cb2c0d15" providerId="LiveId" clId="{ACB6889A-49B5-469F-A666-524A13055516}" dt="2020-11-24T13:07:36.772" v="3545" actId="20577"/>
          <ac:spMkLst>
            <pc:docMk/>
            <pc:sldMk cId="1199786319" sldId="276"/>
            <ac:spMk id="12" creationId="{45968F19-AE27-4AE1-9966-BD3B205DF109}"/>
          </ac:spMkLst>
        </pc:spChg>
        <pc:spChg chg="add mod">
          <ac:chgData name="张 文轩" userId="f99d3195cb2c0d15" providerId="LiveId" clId="{ACB6889A-49B5-469F-A666-524A13055516}" dt="2020-11-24T13:07:00.620" v="3542" actId="14100"/>
          <ac:spMkLst>
            <pc:docMk/>
            <pc:sldMk cId="1199786319" sldId="276"/>
            <ac:spMk id="13" creationId="{5F7A5BD8-DF7F-476F-903C-4ABA05A0B8EF}"/>
          </ac:spMkLst>
        </pc:spChg>
        <pc:spChg chg="del mod">
          <ac:chgData name="张 文轩" userId="f99d3195cb2c0d15" providerId="LiveId" clId="{ACB6889A-49B5-469F-A666-524A13055516}" dt="2020-11-24T08:57:09.850" v="1914" actId="478"/>
          <ac:spMkLst>
            <pc:docMk/>
            <pc:sldMk cId="1199786319" sldId="276"/>
            <ac:spMk id="14" creationId="{3BD743C1-9F2D-4170-BA1D-E3C8611876B4}"/>
          </ac:spMkLst>
        </pc:spChg>
        <pc:spChg chg="del">
          <ac:chgData name="张 文轩" userId="f99d3195cb2c0d15" providerId="LiveId" clId="{ACB6889A-49B5-469F-A666-524A13055516}" dt="2020-11-24T08:37:00.843" v="1790" actId="478"/>
          <ac:spMkLst>
            <pc:docMk/>
            <pc:sldMk cId="1199786319" sldId="276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4T11:58:04.806" v="3021" actId="1076"/>
          <ac:spMkLst>
            <pc:docMk/>
            <pc:sldMk cId="1199786319" sldId="276"/>
            <ac:spMk id="16" creationId="{FEAA85BE-E883-4306-A78D-B7E49C2CA8DE}"/>
          </ac:spMkLst>
        </pc:spChg>
        <pc:spChg chg="add mod">
          <ac:chgData name="张 文轩" userId="f99d3195cb2c0d15" providerId="LiveId" clId="{ACB6889A-49B5-469F-A666-524A13055516}" dt="2020-11-24T11:58:10.414" v="3022" actId="1076"/>
          <ac:spMkLst>
            <pc:docMk/>
            <pc:sldMk cId="1199786319" sldId="276"/>
            <ac:spMk id="17" creationId="{001E2549-5DA2-44AC-BAFC-5A045D9CE403}"/>
          </ac:spMkLst>
        </pc:spChg>
        <pc:spChg chg="add del mod">
          <ac:chgData name="张 文轩" userId="f99d3195cb2c0d15" providerId="LiveId" clId="{ACB6889A-49B5-469F-A666-524A13055516}" dt="2020-11-24T11:49:35.416" v="3009" actId="478"/>
          <ac:spMkLst>
            <pc:docMk/>
            <pc:sldMk cId="1199786319" sldId="276"/>
            <ac:spMk id="18" creationId="{E90BD207-751E-4F27-B830-E4F4772C5329}"/>
          </ac:spMkLst>
        </pc:spChg>
        <pc:spChg chg="add mod">
          <ac:chgData name="张 文轩" userId="f99d3195cb2c0d15" providerId="LiveId" clId="{ACB6889A-49B5-469F-A666-524A13055516}" dt="2020-11-24T11:58:53.926" v="3033" actId="1076"/>
          <ac:spMkLst>
            <pc:docMk/>
            <pc:sldMk cId="1199786319" sldId="276"/>
            <ac:spMk id="19" creationId="{904B73E2-C2F9-4876-8C14-6DB47304FCF8}"/>
          </ac:spMkLst>
        </pc:spChg>
        <pc:graphicFrameChg chg="add mod modGraphic">
          <ac:chgData name="张 文轩" userId="f99d3195cb2c0d15" providerId="LiveId" clId="{ACB6889A-49B5-469F-A666-524A13055516}" dt="2020-11-24T13:01:07.990" v="3523"/>
          <ac:graphicFrameMkLst>
            <pc:docMk/>
            <pc:sldMk cId="1199786319" sldId="276"/>
            <ac:graphicFrameMk id="7" creationId="{83FE7086-8946-46C7-8AA4-E3A04BE32E3B}"/>
          </ac:graphicFrameMkLst>
        </pc:graphicFrameChg>
        <pc:graphicFrameChg chg="add mod modGraphic">
          <ac:chgData name="张 文轩" userId="f99d3195cb2c0d15" providerId="LiveId" clId="{ACB6889A-49B5-469F-A666-524A13055516}" dt="2020-11-26T01:15:37.812" v="4163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43B4C-0A58-4128-AFF8-90C2A8D3E3F9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7471-5484-4E2E-9693-66DA298E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4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4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5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8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0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1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A732-8C0E-4F74-9A64-A8C6AFC93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effectLst/>
                <a:latin typeface="Calibri Light" panose="020F0302020204030204" pitchFamily="34" charset="0"/>
              </a:rPr>
              <a:t>MIT Bag Model leads to </a:t>
            </a:r>
            <a:r>
              <a:rPr lang="en-US" altLang="zh-CN" sz="4800" dirty="0">
                <a:effectLst/>
                <a:latin typeface="Calibri Light" panose="020F0302020204030204" pitchFamily="34" charset="0"/>
              </a:rPr>
              <a:t>m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agnetic </a:t>
            </a:r>
            <a:r>
              <a:rPr lang="en-US" sz="4800" dirty="0">
                <a:latin typeface="Calibri Light" panose="020F0302020204030204" pitchFamily="34" charset="0"/>
              </a:rPr>
              <a:t>m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oments and other quantities of hadronic states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9854E-32AF-412E-89B5-D02CADBD3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US" sz="2800" dirty="0"/>
              <a:t>Reported by </a:t>
            </a:r>
            <a:r>
              <a:rPr lang="zh-CN" altLang="en-US" sz="2800" dirty="0"/>
              <a:t>张文轩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894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772775" cy="1658198"/>
          </a:xfrm>
        </p:spPr>
        <p:txBody>
          <a:bodyPr>
            <a:normAutofit/>
          </a:bodyPr>
          <a:lstStyle/>
          <a:p>
            <a:r>
              <a:rPr lang="en-US" sz="4800" dirty="0"/>
              <a:t>Introduction of MIT Bag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D36270-A701-4B9A-B583-41D64EC24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027" y="2202213"/>
            <a:ext cx="3174629" cy="14892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01EB13-7F49-4A0C-9A62-D7D04364E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" y="2247165"/>
            <a:ext cx="1408755" cy="13993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D169266-432A-4F8B-8040-30B2DEC91E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9944" y="4241176"/>
                <a:ext cx="5273056" cy="21349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−1/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D169266-432A-4F8B-8040-30B2DEC9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44" y="4241176"/>
                <a:ext cx="5273056" cy="2134945"/>
              </a:xfrm>
              <a:prstGeom prst="rect">
                <a:avLst/>
              </a:prstGeom>
              <a:blipFill>
                <a:blip r:embed="rId4"/>
                <a:stretch>
                  <a:fillRect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EF826E0-2190-440C-A08C-AA09B6147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201" y="3762481"/>
            <a:ext cx="6620799" cy="3095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EF83C-B48C-4524-B7C2-6EFA9E479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656" y="1316052"/>
            <a:ext cx="6624930" cy="24464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4D91F3-AFCB-4839-9C12-FB74C9FFFD04}"/>
              </a:ext>
            </a:extLst>
          </p:cNvPr>
          <p:cNvSpPr txBox="1"/>
          <p:nvPr/>
        </p:nvSpPr>
        <p:spPr>
          <a:xfrm>
            <a:off x="8250361" y="0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K. Johnson, 1975, ACTA </a:t>
            </a:r>
            <a:r>
              <a:rPr lang="en-US" dirty="0" err="1">
                <a:solidFill>
                  <a:srgbClr val="FF0000"/>
                </a:solidFill>
              </a:rPr>
              <a:t>Physica</a:t>
            </a:r>
            <a:r>
              <a:rPr lang="en-US" dirty="0">
                <a:solidFill>
                  <a:srgbClr val="FF0000"/>
                </a:solidFill>
              </a:rPr>
              <a:t> Polonica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04E592-C0F5-4E2B-9DAE-1CB8FD3C115C}"/>
              </a:ext>
            </a:extLst>
          </p:cNvPr>
          <p:cNvSpPr txBox="1"/>
          <p:nvPr/>
        </p:nvSpPr>
        <p:spPr>
          <a:xfrm>
            <a:off x="8695426" y="372412"/>
            <a:ext cx="349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T. </a:t>
            </a:r>
            <a:r>
              <a:rPr lang="en-US" dirty="0" err="1">
                <a:solidFill>
                  <a:srgbClr val="FF0000"/>
                </a:solidFill>
              </a:rPr>
              <a:t>DeGrand</a:t>
            </a:r>
            <a:r>
              <a:rPr lang="en-US" dirty="0">
                <a:solidFill>
                  <a:srgbClr val="FF0000"/>
                </a:solidFill>
              </a:rPr>
              <a:t>, 1975, Physical Review D</a:t>
            </a:r>
          </a:p>
        </p:txBody>
      </p:sp>
    </p:spTree>
    <p:extLst>
      <p:ext uri="{BB962C8B-B14F-4D97-AF65-F5344CB8AC3E}">
        <p14:creationId xmlns:p14="http://schemas.microsoft.com/office/powerpoint/2010/main" val="311814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000" dirty="0"/>
              <a:t>Mass formula of MIT Bag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6D17C-54B7-40B6-AED6-806106A5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655" y="1221548"/>
            <a:ext cx="3301345" cy="3714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68983-0A76-4577-AA5A-45783399E27E}"/>
              </a:ext>
            </a:extLst>
          </p:cNvPr>
          <p:cNvSpPr txBox="1"/>
          <p:nvPr/>
        </p:nvSpPr>
        <p:spPr>
          <a:xfrm>
            <a:off x="8250361" y="0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K. Johnson, 1975, ACTA </a:t>
            </a:r>
            <a:r>
              <a:rPr lang="en-US" dirty="0" err="1">
                <a:solidFill>
                  <a:srgbClr val="FF0000"/>
                </a:solidFill>
              </a:rPr>
              <a:t>Physica</a:t>
            </a:r>
            <a:r>
              <a:rPr lang="en-US" dirty="0">
                <a:solidFill>
                  <a:srgbClr val="FF0000"/>
                </a:solidFill>
              </a:rPr>
              <a:t> Polonica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/>
              <p:nvPr/>
            </p:nvSpPr>
            <p:spPr>
              <a:xfrm>
                <a:off x="1199658" y="1215749"/>
                <a:ext cx="4782398" cy="732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1215749"/>
                <a:ext cx="4782398" cy="7327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6862D-630D-4332-9706-92FD09DBA8D0}"/>
                  </a:ext>
                </a:extLst>
              </p:cNvPr>
              <p:cNvSpPr txBox="1"/>
              <p:nvPr/>
            </p:nvSpPr>
            <p:spPr>
              <a:xfrm>
                <a:off x="657606" y="2112531"/>
                <a:ext cx="8233049" cy="606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eqArr>
                      <m:eqArr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eqAr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satisfies an eigenequation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6862D-630D-4332-9706-92FD09DBA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2112531"/>
                <a:ext cx="8233049" cy="606256"/>
              </a:xfrm>
              <a:prstGeom prst="rect">
                <a:avLst/>
              </a:prstGeom>
              <a:blipFill>
                <a:blip r:embed="rId4"/>
                <a:stretch>
                  <a:fillRect l="-1185" r="-74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1D5D7-640D-4AA3-8EE0-0528ED8A785A}"/>
                  </a:ext>
                </a:extLst>
              </p:cNvPr>
              <p:cNvSpPr txBox="1"/>
              <p:nvPr/>
            </p:nvSpPr>
            <p:spPr>
              <a:xfrm>
                <a:off x="1199658" y="2871914"/>
                <a:ext cx="4457658" cy="476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20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1D5D7-640D-4AA3-8EE0-0528ED8A7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2871914"/>
                <a:ext cx="4457658" cy="4761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4AF34AA-F9AD-42CC-8867-05B493017B38}"/>
              </a:ext>
            </a:extLst>
          </p:cNvPr>
          <p:cNvSpPr txBox="1"/>
          <p:nvPr/>
        </p:nvSpPr>
        <p:spPr>
          <a:xfrm>
            <a:off x="8695426" y="372412"/>
            <a:ext cx="349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T. </a:t>
            </a:r>
            <a:r>
              <a:rPr lang="en-US" dirty="0" err="1">
                <a:solidFill>
                  <a:srgbClr val="FF0000"/>
                </a:solidFill>
              </a:rPr>
              <a:t>DeGrand</a:t>
            </a:r>
            <a:r>
              <a:rPr lang="en-US" dirty="0">
                <a:solidFill>
                  <a:srgbClr val="FF0000"/>
                </a:solidFill>
              </a:rPr>
              <a:t>, 1975, Physical Review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6D27EB-5793-47D9-8F28-F357613C3C67}"/>
              </a:ext>
            </a:extLst>
          </p:cNvPr>
          <p:cNvSpPr txBox="1"/>
          <p:nvPr/>
        </p:nvSpPr>
        <p:spPr>
          <a:xfrm>
            <a:off x="657606" y="3498747"/>
            <a:ext cx="8047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the frame of MIT Bag Model, CMI takes the form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CE1A9A-F053-42FE-8C59-DED76E6CB2BE}"/>
                  </a:ext>
                </a:extLst>
              </p:cNvPr>
              <p:cNvSpPr txBox="1"/>
              <p:nvPr/>
            </p:nvSpPr>
            <p:spPr>
              <a:xfrm>
                <a:off x="1199658" y="4961540"/>
                <a:ext cx="3389434" cy="722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CE1A9A-F053-42FE-8C59-DED76E6CB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961540"/>
                <a:ext cx="3389434" cy="722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927E96D-6C25-409F-AFE0-D958814DC306}"/>
                  </a:ext>
                </a:extLst>
              </p:cNvPr>
              <p:cNvSpPr txBox="1"/>
              <p:nvPr/>
            </p:nvSpPr>
            <p:spPr>
              <a:xfrm>
                <a:off x="6327062" y="4192759"/>
                <a:ext cx="1923300" cy="524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927E96D-6C25-409F-AFE0-D958814DC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62" y="4192759"/>
                <a:ext cx="1923300" cy="5249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12DFA4-0DAC-42D4-A7BD-828E4CEE4E77}"/>
                  </a:ext>
                </a:extLst>
              </p:cNvPr>
              <p:cNvSpPr txBox="1"/>
              <p:nvPr/>
            </p:nvSpPr>
            <p:spPr>
              <a:xfrm>
                <a:off x="1199658" y="5831938"/>
                <a:ext cx="6500103" cy="692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𝑟𝑎𝑡𝑖𝑜𝑛𝑎𝑙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𝑎𝑏𝑜𝑢𝑡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12DFA4-0DAC-42D4-A7BD-828E4CEE4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5831938"/>
                <a:ext cx="6500103" cy="6922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22D1D9E-D31E-4668-B869-FE0F19A71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9658" y="4118694"/>
                <a:ext cx="3987639" cy="6845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𝐶𝑀𝐼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22D1D9E-D31E-4668-B869-FE0F19A71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9658" y="4118694"/>
                <a:ext cx="3987639" cy="684564"/>
              </a:xfrm>
              <a:blipFill>
                <a:blip r:embed="rId9"/>
                <a:stretch>
                  <a:fillRect t="-177679" b="-2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939A95-FA8F-48F2-B4F5-BA7AFAF65ED8}"/>
                  </a:ext>
                </a:extLst>
              </p:cNvPr>
              <p:cNvSpPr txBox="1"/>
              <p:nvPr/>
            </p:nvSpPr>
            <p:spPr>
              <a:xfrm>
                <a:off x="6327062" y="5083455"/>
                <a:ext cx="509011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magnetic moment of quark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939A95-FA8F-48F2-B4F5-BA7AFAF65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62" y="5083455"/>
                <a:ext cx="5090119" cy="461665"/>
              </a:xfrm>
              <a:prstGeom prst="rect">
                <a:avLst/>
              </a:prstGeom>
              <a:blipFill>
                <a:blip r:embed="rId10"/>
                <a:stretch>
                  <a:fillRect l="-359" t="-10526" r="-119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67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1411338" cy="1658198"/>
          </a:xfrm>
        </p:spPr>
        <p:txBody>
          <a:bodyPr>
            <a:normAutofit/>
          </a:bodyPr>
          <a:lstStyle/>
          <a:p>
            <a:r>
              <a:rPr lang="en-US" sz="4800" dirty="0"/>
              <a:t>Running Coupling Constant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CDB486-04D6-4552-BE85-6200EF52C8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3622" y="1122168"/>
                <a:ext cx="3485322" cy="2955715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4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sz="2400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𝜅</m:t>
                                        </m:r>
                                      </m:e>
                                      <m:sup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𝛬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𝑄𝐶𝐷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𝑄𝐶𝐷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𝑄𝐶𝐷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𝛬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𝑄𝐶𝐷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CDB486-04D6-4552-BE85-6200EF52C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3622" y="1122168"/>
                <a:ext cx="3485322" cy="295571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FAFFBD-000D-4ADF-8256-559145395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30735"/>
            <a:ext cx="4180114" cy="2843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CC51C-7ACE-4BA1-838C-E90B77D1E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399" y="1122168"/>
            <a:ext cx="4180114" cy="2852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E6EE17-3AD3-4882-BC71-4F004E45A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4583"/>
            <a:ext cx="4225550" cy="288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C065FA-F932-41C8-AC99-CD8C9F5A4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549" y="3974583"/>
            <a:ext cx="4263963" cy="28834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E31A777-4642-426F-8233-8EAEF3DA74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3622" y="4587145"/>
                <a:ext cx="3485322" cy="2270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𝛬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𝑄𝐶𝐷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=0.281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(5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GeV</m:t>
                        </m:r>
                      </m:e>
                      <m:sup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endParaRPr lang="en-US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=0.296</m:t>
                    </m:r>
                  </m:oMath>
                </a14:m>
                <a:endParaRPr lang="en-US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E31A777-4642-426F-8233-8EAEF3DA7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622" y="4587145"/>
                <a:ext cx="3485322" cy="2270855"/>
              </a:xfrm>
              <a:prstGeom prst="rect">
                <a:avLst/>
              </a:prstGeom>
              <a:blipFill>
                <a:blip r:embed="rId7"/>
                <a:stretch>
                  <a:fillRect l="-2273" b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46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Magnetic Moments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3811" y="1310236"/>
                <a:ext cx="3314903" cy="6845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11" y="1310236"/>
                <a:ext cx="3314903" cy="684564"/>
              </a:xfrm>
              <a:prstGeom prst="rect">
                <a:avLst/>
              </a:prstGeom>
              <a:blipFill>
                <a:blip r:embed="rId2"/>
                <a:stretch>
                  <a:fillRect l="-1473" t="-172321" b="-2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4C861-FA16-451B-97D7-16CEF46B9AD4}"/>
                  </a:ext>
                </a:extLst>
              </p:cNvPr>
              <p:cNvSpPr txBox="1"/>
              <p:nvPr/>
            </p:nvSpPr>
            <p:spPr>
              <a:xfrm>
                <a:off x="2361891" y="2164029"/>
                <a:ext cx="19537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4C861-FA16-451B-97D7-16CEF46B9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891" y="2164029"/>
                <a:ext cx="1953735" cy="461665"/>
              </a:xfrm>
              <a:prstGeom prst="rect">
                <a:avLst/>
              </a:prstGeom>
              <a:blipFill>
                <a:blip r:embed="rId3"/>
                <a:stretch>
                  <a:fillRect l="-3115" r="-8723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398DADE-DD6F-4029-9276-9890CB885CC2}"/>
              </a:ext>
            </a:extLst>
          </p:cNvPr>
          <p:cNvSpPr txBox="1"/>
          <p:nvPr/>
        </p:nvSpPr>
        <p:spPr>
          <a:xfrm>
            <a:off x="7285833" y="1775"/>
            <a:ext cx="4906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David Griffiths, </a:t>
            </a:r>
            <a:r>
              <a:rPr lang="en-US" i="1" dirty="0">
                <a:solidFill>
                  <a:srgbClr val="FF0000"/>
                </a:solidFill>
              </a:rPr>
              <a:t>Introduction to Elementary Particles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D7E496D-31AA-4993-ABFD-E4ED84F863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045727"/>
                  </p:ext>
                </p:extLst>
              </p:nvPr>
            </p:nvGraphicFramePr>
            <p:xfrm>
              <a:off x="0" y="2794923"/>
              <a:ext cx="6096000" cy="184480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356419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833700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2905881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D7E496D-31AA-4993-ABFD-E4ED84F863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045727"/>
                  </p:ext>
                </p:extLst>
              </p:nvPr>
            </p:nvGraphicFramePr>
            <p:xfrm>
              <a:off x="0" y="2794923"/>
              <a:ext cx="6096000" cy="1844802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356419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833700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2905881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639" r="-34932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4333" t="-1639" r="-15966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9644" t="-1639" r="-419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74333" t="-76543" r="-159667" b="-2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09644" t="-76543" r="-419" b="-2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4333" t="-176543" r="-159667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9644" t="-176543" r="-419" b="-1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4333" t="-276543" r="-159667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9644" t="-276543" r="-419" b="-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6041918-CF20-407F-B598-1A73EFD6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6225165"/>
                  </p:ext>
                </p:extLst>
              </p:nvPr>
            </p:nvGraphicFramePr>
            <p:xfrm>
              <a:off x="0" y="4632960"/>
              <a:ext cx="6095999" cy="22250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356418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833700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2905881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400" b="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400" b="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1⊗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0⊗1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4168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⊗1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194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6041918-CF20-407F-B598-1A73EFD6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6225165"/>
                  </p:ext>
                </p:extLst>
              </p:nvPr>
            </p:nvGraphicFramePr>
            <p:xfrm>
              <a:off x="0" y="4632960"/>
              <a:ext cx="6095999" cy="222504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356418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833700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2905881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279" r="-349327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4333" t="-3279" r="-159667" b="-5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644" t="-3279" r="-419" b="-5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74333" t="-103279" r="-159667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109644" t="-103279" r="-419" b="-4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333" t="-203279" r="-15966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9644" t="-203279" r="-419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4333" t="-308333" r="-159667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644" t="-308333" r="-419" b="-2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4333" t="-401639" r="-159667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644" t="-401639" r="-419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4168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4333" t="-501639" r="-159667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644" t="-501639" r="-419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1945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058CB60-84E5-46FF-B3D0-52E7B57B5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793539"/>
                  </p:ext>
                </p:extLst>
              </p:nvPr>
            </p:nvGraphicFramePr>
            <p:xfrm>
              <a:off x="6096000" y="1568704"/>
              <a:ext cx="6096000" cy="5284978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7912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987504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3040584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0⊗0⊗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1⊗0⊗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0⊗1⊗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⊗</m:t>
                                        </m:r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8407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⊗</m:t>
                                        </m:r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093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1⊗0⊗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046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0⊗1⊗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1019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⊗</m:t>
                                        </m:r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2068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⊗</m:t>
                                        </m:r>
                                        <m: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+3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209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5/2</a:t>
                          </a:r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1⊗1⊗</m:t>
                                </m:r>
                                <m:f>
                                  <m:f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8694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058CB60-84E5-46FF-B3D0-52E7B57B5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793539"/>
                  </p:ext>
                </p:extLst>
              </p:nvPr>
            </p:nvGraphicFramePr>
            <p:xfrm>
              <a:off x="6096000" y="1568704"/>
              <a:ext cx="6096000" cy="5284978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7912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987504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3040584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639" r="-472571" b="-1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1639" r="-153681" b="-1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1639" r="-401" b="-1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53681" t="-76543" r="-153681" b="-897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100401" t="-76543" r="-401" b="-897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3681" t="-178750" r="-153681" b="-8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401" t="-178750" r="-401" b="-8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275309" r="-153681" b="-69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275309" r="-401" b="-698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375309" r="-153681" b="-59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375309" r="-401" b="-598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8407821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475309" r="-153681" b="-49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475309" r="-401" b="-498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093592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582500" r="-153681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582500" r="-401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046324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674074" r="-15368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674074" r="-401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1019823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774074" r="-153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774074" r="-40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206847"/>
                      </a:ext>
                    </a:extLst>
                  </a:tr>
                  <a:tr h="4922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885000" r="-153681" b="-1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885000" r="-401" b="-10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209060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5/2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3681" t="-972840" r="-153681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401" t="-972840" r="-401" b="-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86946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B69DD3E-230C-4E04-9ECF-A0A77BDFD48B}"/>
              </a:ext>
            </a:extLst>
          </p:cNvPr>
          <p:cNvSpPr txBox="1"/>
          <p:nvPr/>
        </p:nvSpPr>
        <p:spPr>
          <a:xfrm>
            <a:off x="7605345" y="371107"/>
            <a:ext cx="458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A. </a:t>
            </a:r>
            <a:r>
              <a:rPr lang="en-US" dirty="0" err="1">
                <a:solidFill>
                  <a:srgbClr val="FF0000"/>
                </a:solidFill>
              </a:rPr>
              <a:t>Bernotas</a:t>
            </a:r>
            <a:r>
              <a:rPr lang="en-US" dirty="0">
                <a:solidFill>
                  <a:srgbClr val="FF0000"/>
                </a:solidFill>
              </a:rPr>
              <a:t>, 2013, Lithuanian Journal of Physics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D8603-2E68-41D4-9D21-7946151F1AEB}"/>
              </a:ext>
            </a:extLst>
          </p:cNvPr>
          <p:cNvSpPr/>
          <p:nvPr/>
        </p:nvSpPr>
        <p:spPr>
          <a:xfrm>
            <a:off x="5253707" y="5554432"/>
            <a:ext cx="5052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AD3EF4-D90E-4338-90E3-D0264FEA664D}"/>
              </a:ext>
            </a:extLst>
          </p:cNvPr>
          <p:cNvSpPr txBox="1"/>
          <p:nvPr/>
        </p:nvSpPr>
        <p:spPr>
          <a:xfrm>
            <a:off x="8024501" y="785239"/>
            <a:ext cx="4167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Guang</a:t>
            </a:r>
            <a:r>
              <a:rPr lang="en-US" dirty="0">
                <a:solidFill>
                  <a:srgbClr val="FF0000"/>
                </a:solidFill>
              </a:rPr>
              <a:t>-Juan Wang, 2016, Physical Review D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71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Other quantities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3B6A5-663C-4053-A53B-E434F91D9A5C}"/>
              </a:ext>
            </a:extLst>
          </p:cNvPr>
          <p:cNvSpPr txBox="1"/>
          <p:nvPr/>
        </p:nvSpPr>
        <p:spPr>
          <a:xfrm>
            <a:off x="657606" y="1221548"/>
            <a:ext cx="6196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We may calculate mean square charge radius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9658" y="4977101"/>
                <a:ext cx="8358410" cy="951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0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0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977101"/>
                <a:ext cx="8358410" cy="951671"/>
              </a:xfrm>
              <a:prstGeom prst="rect">
                <a:avLst/>
              </a:prstGeom>
              <a:blipFill>
                <a:blip r:embed="rId2"/>
                <a:stretch>
                  <a:fillRect t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/>
              <p:nvPr/>
            </p:nvSpPr>
            <p:spPr>
              <a:xfrm>
                <a:off x="1199658" y="1804468"/>
                <a:ext cx="9972942" cy="808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1804468"/>
                <a:ext cx="9972942" cy="808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EAA85BE-E883-4306-A78D-B7E49C2CA8DE}"/>
              </a:ext>
            </a:extLst>
          </p:cNvPr>
          <p:cNvSpPr txBox="1"/>
          <p:nvPr/>
        </p:nvSpPr>
        <p:spPr>
          <a:xfrm>
            <a:off x="1199658" y="3994154"/>
            <a:ext cx="353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T. </a:t>
            </a:r>
            <a:r>
              <a:rPr lang="en-US" dirty="0" err="1">
                <a:solidFill>
                  <a:srgbClr val="FF0000"/>
                </a:solidFill>
              </a:rPr>
              <a:t>DeGrand</a:t>
            </a:r>
            <a:r>
              <a:rPr lang="en-US" dirty="0">
                <a:solidFill>
                  <a:srgbClr val="FF0000"/>
                </a:solidFill>
              </a:rPr>
              <a:t>, 1975, Physical Review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5752B-4941-411A-9CC6-56D25D497375}"/>
                  </a:ext>
                </a:extLst>
              </p:cNvPr>
              <p:cNvSpPr txBox="1"/>
              <p:nvPr/>
            </p:nvSpPr>
            <p:spPr>
              <a:xfrm>
                <a:off x="1199658" y="2764909"/>
                <a:ext cx="3112093" cy="857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5752B-4941-411A-9CC6-56D25D497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2764909"/>
                <a:ext cx="3112093" cy="857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48710B6-7BAA-4A45-8BBA-8698E1AC59FF}"/>
              </a:ext>
            </a:extLst>
          </p:cNvPr>
          <p:cNvSpPr txBox="1"/>
          <p:nvPr/>
        </p:nvSpPr>
        <p:spPr>
          <a:xfrm>
            <a:off x="657606" y="4363486"/>
            <a:ext cx="1071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MIT Bag Model can also be used to study radiative and semi-leptonic decay modes.</a:t>
            </a:r>
            <a:endParaRPr lang="en-US" sz="24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CE9C6D-9414-4F8C-8EFA-F2EB3A23A009}"/>
              </a:ext>
            </a:extLst>
          </p:cNvPr>
          <p:cNvSpPr txBox="1"/>
          <p:nvPr/>
        </p:nvSpPr>
        <p:spPr>
          <a:xfrm>
            <a:off x="1199658" y="3627010"/>
            <a:ext cx="34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A. </a:t>
            </a:r>
            <a:r>
              <a:rPr lang="en-US" dirty="0" err="1">
                <a:solidFill>
                  <a:srgbClr val="FF0000"/>
                </a:solidFill>
              </a:rPr>
              <a:t>Chodos</a:t>
            </a:r>
            <a:r>
              <a:rPr lang="en-US" dirty="0">
                <a:solidFill>
                  <a:srgbClr val="FF0000"/>
                </a:solidFill>
              </a:rPr>
              <a:t>, 1974, Physical Review 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935E7E-07B3-4BCE-BC80-FE5E26F35D40}"/>
              </a:ext>
            </a:extLst>
          </p:cNvPr>
          <p:cNvSpPr txBox="1"/>
          <p:nvPr/>
        </p:nvSpPr>
        <p:spPr>
          <a:xfrm>
            <a:off x="1199658" y="5929347"/>
            <a:ext cx="384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R. H. Hackman, 1978, Physical Review 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DC21A-B135-41D6-942D-5F80188CB4D0}"/>
              </a:ext>
            </a:extLst>
          </p:cNvPr>
          <p:cNvSpPr txBox="1"/>
          <p:nvPr/>
        </p:nvSpPr>
        <p:spPr>
          <a:xfrm>
            <a:off x="1199658" y="6298679"/>
            <a:ext cx="398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R. Perez-</a:t>
            </a:r>
            <a:r>
              <a:rPr lang="en-US" dirty="0" err="1">
                <a:solidFill>
                  <a:srgbClr val="FF0000"/>
                </a:solidFill>
              </a:rPr>
              <a:t>Marcial</a:t>
            </a:r>
            <a:r>
              <a:rPr lang="en-US" dirty="0">
                <a:solidFill>
                  <a:srgbClr val="FF0000"/>
                </a:solidFill>
              </a:rPr>
              <a:t>, 1989, Physical Review D</a:t>
            </a:r>
          </a:p>
        </p:txBody>
      </p:sp>
    </p:spTree>
    <p:extLst>
      <p:ext uri="{BB962C8B-B14F-4D97-AF65-F5344CB8AC3E}">
        <p14:creationId xmlns:p14="http://schemas.microsoft.com/office/powerpoint/2010/main" val="119978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Programing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657726-C0C9-4F20-9418-950D573B6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568" y="1588736"/>
            <a:ext cx="6306430" cy="2867425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DBC692-DD7F-449F-825B-573968626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8740" y="2629609"/>
            <a:ext cx="2723260" cy="4228391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81C653-6A2B-43D3-A645-8B6C9DB7C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9734"/>
            <a:ext cx="4737452" cy="56482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9F6955-5826-4F2D-A803-1244FA2E7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568" y="5467436"/>
            <a:ext cx="517419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Numerical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035BE-6195-46EC-946A-64113DE3C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7" y="1318583"/>
            <a:ext cx="8913681" cy="553941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C6A9D4B-5EBF-476C-A9B7-BC2A8ED238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5793" y="1487941"/>
                <a:ext cx="2950772" cy="56534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=0.279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=1.640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=5.090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sup>
                    </m:sSup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0.145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=1.84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=−0.024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=−0.030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=−0.076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𝑏𝑏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=−0.125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C6A9D4B-5EBF-476C-A9B7-BC2A8ED23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793" y="1487941"/>
                <a:ext cx="2950772" cy="56534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612FD05-C6F9-41EF-BCE7-9063379DA78C}"/>
              </a:ext>
            </a:extLst>
          </p:cNvPr>
          <p:cNvSpPr txBox="1"/>
          <p:nvPr/>
        </p:nvSpPr>
        <p:spPr>
          <a:xfrm>
            <a:off x="5116911" y="953991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K. Johnson, 1975, ACTA Physical Polonica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3D8726-B331-4E91-8008-FE5DCA158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75" y="1323323"/>
            <a:ext cx="3980933" cy="25557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DFF929-73D0-4E53-B62D-34C2FC400572}"/>
              </a:ext>
            </a:extLst>
          </p:cNvPr>
          <p:cNvSpPr txBox="1"/>
          <p:nvPr/>
        </p:nvSpPr>
        <p:spPr>
          <a:xfrm>
            <a:off x="605814" y="1652518"/>
            <a:ext cx="1291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Error Bar</a:t>
            </a:r>
          </a:p>
        </p:txBody>
      </p:sp>
    </p:spTree>
    <p:extLst>
      <p:ext uri="{BB962C8B-B14F-4D97-AF65-F5344CB8AC3E}">
        <p14:creationId xmlns:p14="http://schemas.microsoft.com/office/powerpoint/2010/main" val="321510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C943590-1A59-4794-93E9-795CCFFB82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757744"/>
                  </p:ext>
                </p:extLst>
              </p:nvPr>
            </p:nvGraphicFramePr>
            <p:xfrm>
              <a:off x="0" y="0"/>
              <a:ext cx="6096000" cy="685800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793699">
                      <a:extLst>
                        <a:ext uri="{9D8B030D-6E8A-4147-A177-3AD203B41FA5}">
                          <a16:colId xmlns:a16="http://schemas.microsoft.com/office/drawing/2014/main" val="2716572188"/>
                        </a:ext>
                      </a:extLst>
                    </a:gridCol>
                    <a:gridCol w="924154">
                      <a:extLst>
                        <a:ext uri="{9D8B030D-6E8A-4147-A177-3AD203B41FA5}">
                          <a16:colId xmlns:a16="http://schemas.microsoft.com/office/drawing/2014/main" val="3395139275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31251738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06059255"/>
                        </a:ext>
                      </a:extLst>
                    </a:gridCol>
                    <a:gridCol w="791261">
                      <a:extLst>
                        <a:ext uri="{9D8B030D-6E8A-4147-A177-3AD203B41FA5}">
                          <a16:colId xmlns:a16="http://schemas.microsoft.com/office/drawing/2014/main" val="2398423266"/>
                        </a:ext>
                      </a:extLst>
                    </a:gridCol>
                    <a:gridCol w="787603">
                      <a:extLst>
                        <a:ext uri="{9D8B030D-6E8A-4147-A177-3AD203B41FA5}">
                          <a16:colId xmlns:a16="http://schemas.microsoft.com/office/drawing/2014/main" val="3663215607"/>
                        </a:ext>
                      </a:extLst>
                    </a:gridCol>
                    <a:gridCol w="952195">
                      <a:extLst>
                        <a:ext uri="{9D8B030D-6E8A-4147-A177-3AD203B41FA5}">
                          <a16:colId xmlns:a16="http://schemas.microsoft.com/office/drawing/2014/main" val="3712561296"/>
                        </a:ext>
                      </a:extLst>
                    </a:gridCol>
                  </a:tblGrid>
                  <a:tr h="4023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State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𝐆𝐞𝐕</m:t>
                                        </m:r>
                                      </m:e>
                                      <m:sup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𝒃𝒂𝒈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𝐆𝐞𝐕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𝒆𝒙𝒑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𝐆𝐞𝐕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𝒃𝒂𝒈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𝒆𝒙𝒑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𝐟𝐦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923486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0.932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0.938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0.751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3749482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0.940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-0.667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-0.685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467064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1.241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2.042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2.198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1.084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675065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1.235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1.021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9179681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651755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-1.021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697798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𝚲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1.096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1.116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-0.255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-0.219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755725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1.137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1.189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0.880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0.771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019538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1.193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0.307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0.173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9023219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1.197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-0.360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-0.415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88004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5.38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1.383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1.114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0.794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0890503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0.084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0.181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5442471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-0.946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417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1.282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1.315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-0.566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-0.448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0.248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730293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1.322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-0.229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0.716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859348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5.42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1.529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1.532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0.170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0.258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08452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1.535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-0.868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0.736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246858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𝛀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5.46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1.677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1.672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-0.787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-0.723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0.717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75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C943590-1A59-4794-93E9-795CCFFB82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757744"/>
                  </p:ext>
                </p:extLst>
              </p:nvPr>
            </p:nvGraphicFramePr>
            <p:xfrm>
              <a:off x="0" y="0"/>
              <a:ext cx="6096000" cy="685800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793699">
                      <a:extLst>
                        <a:ext uri="{9D8B030D-6E8A-4147-A177-3AD203B41FA5}">
                          <a16:colId xmlns:a16="http://schemas.microsoft.com/office/drawing/2014/main" val="2716572188"/>
                        </a:ext>
                      </a:extLst>
                    </a:gridCol>
                    <a:gridCol w="924154">
                      <a:extLst>
                        <a:ext uri="{9D8B030D-6E8A-4147-A177-3AD203B41FA5}">
                          <a16:colId xmlns:a16="http://schemas.microsoft.com/office/drawing/2014/main" val="3395139275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31251738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06059255"/>
                        </a:ext>
                      </a:extLst>
                    </a:gridCol>
                    <a:gridCol w="791261">
                      <a:extLst>
                        <a:ext uri="{9D8B030D-6E8A-4147-A177-3AD203B41FA5}">
                          <a16:colId xmlns:a16="http://schemas.microsoft.com/office/drawing/2014/main" val="2398423266"/>
                        </a:ext>
                      </a:extLst>
                    </a:gridCol>
                    <a:gridCol w="787603">
                      <a:extLst>
                        <a:ext uri="{9D8B030D-6E8A-4147-A177-3AD203B41FA5}">
                          <a16:colId xmlns:a16="http://schemas.microsoft.com/office/drawing/2014/main" val="3663215607"/>
                        </a:ext>
                      </a:extLst>
                    </a:gridCol>
                    <a:gridCol w="952195">
                      <a:extLst>
                        <a:ext uri="{9D8B030D-6E8A-4147-A177-3AD203B41FA5}">
                          <a16:colId xmlns:a16="http://schemas.microsoft.com/office/drawing/2014/main" val="3712561296"/>
                        </a:ext>
                      </a:extLst>
                    </a:gridCol>
                  </a:tblGrid>
                  <a:tr h="40232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State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85526" t="-3030" r="-473684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4314" t="-3030" r="-370588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90000" t="-3030" r="-278000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50000" t="-3030" r="-220769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54264" t="-3030" r="-122481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41026" t="-3030" r="-1282" b="-16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923486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15254" r="-670769" b="-1706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0.932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0.938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0.751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3749482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218966" r="-670769" b="-16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0.940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-0.667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-0.685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467064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313559" r="-670769" b="-150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1.241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2.042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2.198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1.084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675065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420690" r="-670769" b="-1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1.235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1.021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9179681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503333" r="-670769" b="-12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651755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624138" r="-670769" b="-1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-1.021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0.767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697798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711864" r="-670769" b="-11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1.096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1.116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-0.255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-0.219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755725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811864" r="-670769" b="-10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1.137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1.189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0.880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0.771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019538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911864" r="-670769" b="-9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1.193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0.307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0.173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9023219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011864" r="-670769" b="-8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1.197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-0.360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-0.415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588004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131034" r="-670769" b="-7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5.38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1.383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1.114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0.794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0890503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190000" r="-670769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0.084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0.181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5442471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311864" r="-670769" b="-5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1.387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-0.946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6417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388333" r="-670769" b="-4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5.27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1.282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1.315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-0.566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-0.448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0.248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730293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539655" r="-670769" b="-3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1.322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-0.229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-0.233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0.716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859348"/>
                      </a:ext>
                    </a:extLst>
                  </a:tr>
                  <a:tr h="36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585000" r="-67076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5.42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1.529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1.532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0.170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0.258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084520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743103" r="-670769" b="-11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1.535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-0.868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0.736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246858"/>
                      </a:ext>
                    </a:extLst>
                  </a:tr>
                  <a:tr h="35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t="-1811864" r="-670769" b="-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5.46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1.677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1.672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-0.787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-0.723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0.717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67579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5E5399A-6230-45F0-99D7-D06F3426D6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5280846"/>
                  </p:ext>
                </p:extLst>
              </p:nvPr>
            </p:nvGraphicFramePr>
            <p:xfrm>
              <a:off x="6096001" y="0"/>
              <a:ext cx="6095999" cy="685799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793699">
                      <a:extLst>
                        <a:ext uri="{9D8B030D-6E8A-4147-A177-3AD203B41FA5}">
                          <a16:colId xmlns:a16="http://schemas.microsoft.com/office/drawing/2014/main" val="3757741791"/>
                        </a:ext>
                      </a:extLst>
                    </a:gridCol>
                    <a:gridCol w="924153">
                      <a:extLst>
                        <a:ext uri="{9D8B030D-6E8A-4147-A177-3AD203B41FA5}">
                          <a16:colId xmlns:a16="http://schemas.microsoft.com/office/drawing/2014/main" val="3454252445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1300310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59923477"/>
                        </a:ext>
                      </a:extLst>
                    </a:gridCol>
                    <a:gridCol w="791261">
                      <a:extLst>
                        <a:ext uri="{9D8B030D-6E8A-4147-A177-3AD203B41FA5}">
                          <a16:colId xmlns:a16="http://schemas.microsoft.com/office/drawing/2014/main" val="1987158605"/>
                        </a:ext>
                      </a:extLst>
                    </a:gridCol>
                    <a:gridCol w="787603">
                      <a:extLst>
                        <a:ext uri="{9D8B030D-6E8A-4147-A177-3AD203B41FA5}">
                          <a16:colId xmlns:a16="http://schemas.microsoft.com/office/drawing/2014/main" val="148054093"/>
                        </a:ext>
                      </a:extLst>
                    </a:gridCol>
                    <a:gridCol w="952195">
                      <a:extLst>
                        <a:ext uri="{9D8B030D-6E8A-4147-A177-3AD203B41FA5}">
                          <a16:colId xmlns:a16="http://schemas.microsoft.com/office/drawing/2014/main" val="1715262213"/>
                        </a:ext>
                      </a:extLst>
                    </a:gridCol>
                  </a:tblGrid>
                  <a:tr h="40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State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𝐆𝐞𝐕</m:t>
                                        </m:r>
                                      </m:e>
                                      <m:sup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𝒃𝒂𝒈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𝐆𝐞𝐕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𝒆𝒙𝒑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𝐆𝐞𝐕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𝒃𝒂𝒈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𝒆𝒙𝒑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12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𝐟𝐦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7602512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4.42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3.604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3.621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0.045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0.778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406725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0.327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9165104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∗++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4.64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3.714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0.944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0.815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7952379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0.056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9469122"/>
                      </a:ext>
                    </a:extLst>
                  </a:tr>
                  <a:tr h="38628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10.311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-0.198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0.287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718486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0.038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512761"/>
                      </a:ext>
                    </a:extLst>
                  </a:tr>
                  <a:tr h="38628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10.360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0.433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0.300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5400073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𝚵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-0.308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9164950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4.49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0.309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0.476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002595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4.69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3.820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0.495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057119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10.408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0.026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0.450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1333883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3.97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10.451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-0.268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0.465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61330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4.841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0.520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0.681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480604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8.113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0.236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17796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𝒄𝒄𝒃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8.135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0.310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361017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𝒄𝒃𝒃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3.18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11.375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-0.095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495398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𝒄𝒃𝒃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11.404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0.104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809716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𝒃𝒃𝒃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2.59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14.626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-0.090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5782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5E5399A-6230-45F0-99D7-D06F3426D6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5280846"/>
                  </p:ext>
                </p:extLst>
              </p:nvPr>
            </p:nvGraphicFramePr>
            <p:xfrm>
              <a:off x="6096001" y="0"/>
              <a:ext cx="6095999" cy="6857996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793699">
                      <a:extLst>
                        <a:ext uri="{9D8B030D-6E8A-4147-A177-3AD203B41FA5}">
                          <a16:colId xmlns:a16="http://schemas.microsoft.com/office/drawing/2014/main" val="3757741791"/>
                        </a:ext>
                      </a:extLst>
                    </a:gridCol>
                    <a:gridCol w="924153">
                      <a:extLst>
                        <a:ext uri="{9D8B030D-6E8A-4147-A177-3AD203B41FA5}">
                          <a16:colId xmlns:a16="http://schemas.microsoft.com/office/drawing/2014/main" val="3454252445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13003108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59923477"/>
                        </a:ext>
                      </a:extLst>
                    </a:gridCol>
                    <a:gridCol w="791261">
                      <a:extLst>
                        <a:ext uri="{9D8B030D-6E8A-4147-A177-3AD203B41FA5}">
                          <a16:colId xmlns:a16="http://schemas.microsoft.com/office/drawing/2014/main" val="1987158605"/>
                        </a:ext>
                      </a:extLst>
                    </a:gridCol>
                    <a:gridCol w="787603">
                      <a:extLst>
                        <a:ext uri="{9D8B030D-6E8A-4147-A177-3AD203B41FA5}">
                          <a16:colId xmlns:a16="http://schemas.microsoft.com/office/drawing/2014/main" val="148054093"/>
                        </a:ext>
                      </a:extLst>
                    </a:gridCol>
                    <a:gridCol w="952195">
                      <a:extLst>
                        <a:ext uri="{9D8B030D-6E8A-4147-A177-3AD203B41FA5}">
                          <a16:colId xmlns:a16="http://schemas.microsoft.com/office/drawing/2014/main" val="1715262213"/>
                        </a:ext>
                      </a:extLst>
                    </a:gridCol>
                  </a:tblGrid>
                  <a:tr h="400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State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5526" t="-3030" r="-473684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4314" t="-3030" r="-370588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0000" t="-3030" r="-278000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0000" t="-3030" r="-220769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54264" t="-3030" r="-122481" b="-16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41026" t="-3030" r="-1282" b="-16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7602512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17241" r="-670769" b="-17379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4.42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3.604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3.621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0.045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0.778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406725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217241" r="-670769" b="-16379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0.327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9165104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317241" r="-670769" b="-15379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4.64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3.714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0.944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0.815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7952379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410169" r="-670769" b="-1411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0.056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9469122"/>
                      </a:ext>
                    </a:extLst>
                  </a:tr>
                  <a:tr h="386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477778" r="-670769" b="-1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10.311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-0.198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0.287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718486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627586" r="-670769" b="-1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0.038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8512761"/>
                      </a:ext>
                    </a:extLst>
                  </a:tr>
                  <a:tr h="386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659375" r="-670769" b="-10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10.360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0.433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0.300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5400073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837931" r="-670769" b="-10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-0.308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0.468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9164950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937931" r="-670769" b="-9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4.49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0.309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0.476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002595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037931" r="-670769" b="-8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4.69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3.820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0.495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0057119"/>
                      </a:ext>
                    </a:extLst>
                  </a:tr>
                  <a:tr h="354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118644" r="-670769" b="-7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10.408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0.026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0.450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1333883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239655" r="-670769" b="-6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3.97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10.451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-0.268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0.465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61330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339655" r="-670769" b="-5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4.22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4.841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0.520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0.681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480604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415254" r="-670769" b="-406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8.113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0.236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0.440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17796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541379" r="-670769" b="-3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3.83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8.135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0.310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0.449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361017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641379" r="-670769" b="-2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3.18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11.375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-0.095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0.112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4953989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711864" r="-670769" b="-11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3.31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11.404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0.104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0.114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8097162"/>
                      </a:ext>
                    </a:extLst>
                  </a:tr>
                  <a:tr h="355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t="-1843103" r="-670769" b="-1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2.59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14.626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-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-0.090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-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0.284</a:t>
                          </a:r>
                          <a:endParaRPr lang="en-US" sz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等线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57829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970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Problem 1: Spin &amp; Color Wave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3145BC-CBFF-4588-9F03-CC3FD42F7871}"/>
                  </a:ext>
                </a:extLst>
              </p:cNvPr>
              <p:cNvSpPr txBox="1"/>
              <p:nvPr/>
            </p:nvSpPr>
            <p:spPr>
              <a:xfrm>
                <a:off x="1199658" y="4431019"/>
                <a:ext cx="5758984" cy="722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m:rPr>
                                      <m:brk m:alnAt="25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m:rPr>
                                  <m:brk m:alnAt="25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3145BC-CBFF-4588-9F03-CC3FD42F7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431019"/>
                <a:ext cx="5758984" cy="722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2C714E0-8D6E-439C-8DF5-28E4BF93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06" y="1249821"/>
            <a:ext cx="8551578" cy="3003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6C9BAA-16ED-416B-8E73-E6E6B2005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296" y="2751745"/>
            <a:ext cx="5019704" cy="41062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0D50AF-2CD3-477D-9289-342DF6944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06" y="5356076"/>
            <a:ext cx="6432482" cy="150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8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Problem 2: Mixing of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4AA72-CB15-4733-9EA3-1A3E410A3075}"/>
                  </a:ext>
                </a:extLst>
              </p:cNvPr>
              <p:cNvSpPr txBox="1"/>
              <p:nvPr/>
            </p:nvSpPr>
            <p:spPr>
              <a:xfrm>
                <a:off x="657606" y="1698929"/>
                <a:ext cx="10718606" cy="74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Consider a mixing of spin states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in calculating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4AA72-CB15-4733-9EA3-1A3E410A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1698929"/>
                <a:ext cx="10718606" cy="732060"/>
              </a:xfrm>
              <a:prstGeom prst="rect">
                <a:avLst/>
              </a:prstGeom>
              <a:blipFill>
                <a:blip r:embed="rId2"/>
                <a:stretch>
                  <a:fillRect l="-910" b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43D79-1EDF-40FE-AA49-5A1E53AB2EBA}"/>
                  </a:ext>
                </a:extLst>
              </p:cNvPr>
              <p:cNvSpPr txBox="1"/>
              <p:nvPr/>
            </p:nvSpPr>
            <p:spPr>
              <a:xfrm>
                <a:off x="1193637" y="2578882"/>
                <a:ext cx="9591155" cy="9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1.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violate MIT Bag Model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43D79-1EDF-40FE-AA49-5A1E53AB2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7" y="2578882"/>
                <a:ext cx="9591155" cy="946349"/>
              </a:xfrm>
              <a:prstGeom prst="rect">
                <a:avLst/>
              </a:prstGeom>
              <a:blipFill>
                <a:blip r:embed="rId3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DDAF68-E8EB-4550-94C3-97B8CCF66B4D}"/>
                  </a:ext>
                </a:extLst>
              </p:cNvPr>
              <p:cNvSpPr txBox="1"/>
              <p:nvPr/>
            </p:nvSpPr>
            <p:spPr>
              <a:xfrm>
                <a:off x="1193637" y="3673124"/>
                <a:ext cx="10300455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2.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𝐶𝑀𝐼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𝐶𝑀𝐼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𝐶𝑀𝐼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𝐶𝑀𝐼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losing of x and R, then magnetic moments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DDAF68-E8EB-4550-94C3-97B8CCF66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7" y="3673124"/>
                <a:ext cx="10300455" cy="922176"/>
              </a:xfrm>
              <a:prstGeom prst="rect">
                <a:avLst/>
              </a:prstGeom>
              <a:blipFill>
                <a:blip r:embed="rId4"/>
                <a:stretch>
                  <a:fillRect l="-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47564F-CCA5-49BE-BB65-B2C85B31F3B8}"/>
                  </a:ext>
                </a:extLst>
              </p:cNvPr>
              <p:cNvSpPr txBox="1"/>
              <p:nvPr/>
            </p:nvSpPr>
            <p:spPr>
              <a:xfrm>
                <a:off x="1193637" y="4743193"/>
                <a:ext cx="9232231" cy="778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3.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even cruder results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47564F-CCA5-49BE-BB65-B2C85B31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7" y="4743193"/>
                <a:ext cx="9232231" cy="778162"/>
              </a:xfrm>
              <a:prstGeom prst="rect">
                <a:avLst/>
              </a:prstGeom>
              <a:blipFill>
                <a:blip r:embed="rId5"/>
                <a:stretch>
                  <a:fillRect l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18A9617-0011-4A38-9EB4-A4194462E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362" y="-5680"/>
            <a:ext cx="4572638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5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BBA732-8C0E-4F74-9A64-A8C6AFC939EA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𝑇h𝑎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nks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your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BBA732-8C0E-4F74-9A64-A8C6AFC93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18878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6851</TotalTime>
  <Words>893</Words>
  <Application>Microsoft Office PowerPoint</Application>
  <PresentationFormat>Widescreen</PresentationFormat>
  <Paragraphs>400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Metropolitan</vt:lpstr>
      <vt:lpstr>MIT Bag Model leads to magnetic moments and other quantities of hadronic states</vt:lpstr>
      <vt:lpstr>Introduction of MIT Bag Model</vt:lpstr>
      <vt:lpstr>Mass formula of MIT Bag Model</vt:lpstr>
      <vt:lpstr>Running Coupling Constant</vt:lpstr>
      <vt:lpstr>Magnetic Moments</vt:lpstr>
      <vt:lpstr>Other quantities</vt:lpstr>
      <vt:lpstr>Programing</vt:lpstr>
      <vt:lpstr>Numerical Results</vt:lpstr>
      <vt:lpstr>PowerPoint Presentation</vt:lpstr>
      <vt:lpstr>Problem 1: Spin &amp; Color Wave Function</vt:lpstr>
      <vt:lpstr>Problem 2: Mixing of what?</vt:lpstr>
      <vt:lpstr>Tha"nks  for  your  attention"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the MIT Bag Model</dc:title>
  <dc:creator>张 文轩</dc:creator>
  <cp:lastModifiedBy>张 文轩</cp:lastModifiedBy>
  <cp:revision>160</cp:revision>
  <dcterms:created xsi:type="dcterms:W3CDTF">2019-12-14T14:03:00Z</dcterms:created>
  <dcterms:modified xsi:type="dcterms:W3CDTF">2020-12-14T18:04:08Z</dcterms:modified>
</cp:coreProperties>
</file>